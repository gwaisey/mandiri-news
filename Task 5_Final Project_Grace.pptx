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1" r:id="rId11"/>
    <p:sldId id="262" r:id="rId12"/>
  </p:sldIdLst>
  <p:sldSz cx="12192000" cy="6858000"/>
  <p:notesSz cx="13716000" cy="24384000"/>
  <p:embeddedFontLst>
    <p:embeddedFont>
      <p:font typeface="Arial Black" panose="020B0A04020102020204" pitchFamily="34" charset="0"/>
      <p:regular r:id="rId14"/>
      <p:bold r:id="rId15"/>
    </p:embeddedFont>
    <p:embeddedFont>
      <p:font typeface="EB Garamond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>
          <p15:clr>
            <a:srgbClr val="A4A3A4"/>
          </p15:clr>
        </p15:guide>
        <p15:guide id="2" pos="456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orient="horz" pos="3264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2136">
          <p15:clr>
            <a:srgbClr val="A4A3A4"/>
          </p15:clr>
        </p15:guide>
        <p15:guide id="7" orient="horz" pos="4008">
          <p15:clr>
            <a:srgbClr val="A4A3A4"/>
          </p15:clr>
        </p15:guide>
        <p15:guide id="8" orient="horz" pos="1152">
          <p15:clr>
            <a:srgbClr val="A4A3A4"/>
          </p15:clr>
        </p15:guide>
        <p15:guide id="9" orient="horz" pos="2352">
          <p15:clr>
            <a:srgbClr val="A4A3A4"/>
          </p15:clr>
        </p15:guide>
        <p15:guide id="10" orient="horz" pos="1512">
          <p15:clr>
            <a:srgbClr val="A4A3A4"/>
          </p15:clr>
        </p15:guide>
        <p15:guide id="11" pos="7680">
          <p15:clr>
            <a:srgbClr val="A4A3A4"/>
          </p15:clr>
        </p15:guide>
        <p15:guide id="12" pos="6696">
          <p15:clr>
            <a:srgbClr val="A4A3A4"/>
          </p15:clr>
        </p15:guide>
        <p15:guide id="13" pos="1008">
          <p15:clr>
            <a:srgbClr val="A4A3A4"/>
          </p15:clr>
        </p15:guide>
        <p15:guide id="14" pos="1584">
          <p15:clr>
            <a:srgbClr val="A4A3A4"/>
          </p15:clr>
        </p15:guide>
        <p15:guide id="15" pos="2136">
          <p15:clr>
            <a:srgbClr val="A4A3A4"/>
          </p15:clr>
        </p15:guide>
        <p15:guide id="16" pos="2760">
          <p15:clr>
            <a:srgbClr val="A4A3A4"/>
          </p15:clr>
        </p15:guide>
        <p15:guide id="17" pos="3288">
          <p15:clr>
            <a:srgbClr val="A4A3A4"/>
          </p15:clr>
        </p15:guide>
        <p15:guide id="18" pos="4032">
          <p15:clr>
            <a:srgbClr val="A4A3A4"/>
          </p15:clr>
        </p15:guide>
        <p15:guide id="19" pos="4392">
          <p15:clr>
            <a:srgbClr val="A4A3A4"/>
          </p15:clr>
        </p15:guide>
        <p15:guide id="20" pos="4944">
          <p15:clr>
            <a:srgbClr val="A4A3A4"/>
          </p15:clr>
        </p15:guide>
        <p15:guide id="21" pos="5544">
          <p15:clr>
            <a:srgbClr val="A4A3A4"/>
          </p15:clr>
        </p15:guide>
        <p15:guide id="22" pos="6072">
          <p15:clr>
            <a:srgbClr val="A4A3A4"/>
          </p15:clr>
        </p15:guide>
        <p15:guide id="23" orient="horz" pos="2448">
          <p15:clr>
            <a:srgbClr val="A4A3A4"/>
          </p15:clr>
        </p15:guide>
        <p15:guide id="24" orient="horz" pos="960">
          <p15:clr>
            <a:srgbClr val="A4A3A4"/>
          </p15:clr>
        </p15:guide>
        <p15:guide id="25" pos="5256">
          <p15:clr>
            <a:srgbClr val="A4A3A4"/>
          </p15:clr>
        </p15:guide>
        <p15:guide id="26" pos="726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7xhzGc8szaBXYb2Ja4QgLOQWl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450" y="1828800"/>
            <a:ext cx="9144450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450" y="1828800"/>
            <a:ext cx="9144450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EAB876B4-4422-64B4-BEA4-A72E85EF4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>
            <a:extLst>
              <a:ext uri="{FF2B5EF4-FFF2-40B4-BE49-F238E27FC236}">
                <a16:creationId xmlns:a16="http://schemas.microsoft.com/office/drawing/2014/main" id="{9B37850E-13A6-0F41-755E-450E25CCF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5:notes">
            <a:extLst>
              <a:ext uri="{FF2B5EF4-FFF2-40B4-BE49-F238E27FC236}">
                <a16:creationId xmlns:a16="http://schemas.microsoft.com/office/drawing/2014/main" id="{ED854641-2AD3-1FBB-8366-4F3B82667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2125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A769DC5F-B831-EFE6-CE61-3D9C85884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>
            <a:extLst>
              <a:ext uri="{FF2B5EF4-FFF2-40B4-BE49-F238E27FC236}">
                <a16:creationId xmlns:a16="http://schemas.microsoft.com/office/drawing/2014/main" id="{6EA707D7-40C1-C699-466D-CC0064599E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5:notes">
            <a:extLst>
              <a:ext uri="{FF2B5EF4-FFF2-40B4-BE49-F238E27FC236}">
                <a16:creationId xmlns:a16="http://schemas.microsoft.com/office/drawing/2014/main" id="{1CE82113-D457-0B8D-C778-08BDB54110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458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5626646A-1771-C200-BDF7-363CBF333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>
            <a:extLst>
              <a:ext uri="{FF2B5EF4-FFF2-40B4-BE49-F238E27FC236}">
                <a16:creationId xmlns:a16="http://schemas.microsoft.com/office/drawing/2014/main" id="{0C31144E-7931-6EDC-EFE9-612E2BD068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5:notes">
            <a:extLst>
              <a:ext uri="{FF2B5EF4-FFF2-40B4-BE49-F238E27FC236}">
                <a16:creationId xmlns:a16="http://schemas.microsoft.com/office/drawing/2014/main" id="{9BBBE4C9-3239-CF98-8C81-7D10FB60E6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0663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EE2A5598-BFE5-DC10-6B9F-FF46F1AB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>
            <a:extLst>
              <a:ext uri="{FF2B5EF4-FFF2-40B4-BE49-F238E27FC236}">
                <a16:creationId xmlns:a16="http://schemas.microsoft.com/office/drawing/2014/main" id="{C332ED56-8A31-4143-301B-79F4CF26E3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5:notes">
            <a:extLst>
              <a:ext uri="{FF2B5EF4-FFF2-40B4-BE49-F238E27FC236}">
                <a16:creationId xmlns:a16="http://schemas.microsoft.com/office/drawing/2014/main" id="{9B0FA1A2-A637-063E-7EFF-C90A04226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9208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0272df4c00_0_2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20272df4c0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9" descr="preencoded.png"/>
          <p:cNvSpPr/>
          <p:nvPr/>
        </p:nvSpPr>
        <p:spPr>
          <a:xfrm>
            <a:off x="0" y="0"/>
            <a:ext cx="5295900" cy="6877050"/>
          </a:xfrm>
          <a:custGeom>
            <a:avLst/>
            <a:gdLst/>
            <a:ahLst/>
            <a:cxnLst/>
            <a:rect l="l" t="t" r="r" b="b"/>
            <a:pathLst>
              <a:path w="5295900" h="6877050" extrusionOk="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" name="Google Shape;12;p9"/>
          <p:cNvSpPr/>
          <p:nvPr/>
        </p:nvSpPr>
        <p:spPr>
          <a:xfrm>
            <a:off x="1600201" y="1153228"/>
            <a:ext cx="9191625" cy="5704772"/>
          </a:xfrm>
          <a:custGeom>
            <a:avLst/>
            <a:gdLst/>
            <a:ahLst/>
            <a:cxnLst/>
            <a:rect l="l" t="t" r="r" b="b"/>
            <a:pathLst>
              <a:path w="9191625" h="5704772" extrusionOk="0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" name="Google Shape;13;p9"/>
          <p:cNvSpPr/>
          <p:nvPr/>
        </p:nvSpPr>
        <p:spPr>
          <a:xfrm>
            <a:off x="2795588" y="0"/>
            <a:ext cx="6803142" cy="5396474"/>
          </a:xfrm>
          <a:custGeom>
            <a:avLst/>
            <a:gdLst/>
            <a:ahLst/>
            <a:cxnLst/>
            <a:rect l="l" t="t" r="r" b="b"/>
            <a:pathLst>
              <a:path w="6803142" h="5396474" extrusionOk="0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ctr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10"/>
          <p:cNvGrpSpPr/>
          <p:nvPr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18" name="Google Shape;18;p10"/>
            <p:cNvSpPr/>
            <p:nvPr/>
          </p:nvSpPr>
          <p:spPr>
            <a:xfrm>
              <a:off x="5009037" y="2525712"/>
              <a:ext cx="3601721" cy="4332288"/>
            </a:xfrm>
            <a:custGeom>
              <a:avLst/>
              <a:gdLst/>
              <a:ahLst/>
              <a:cxnLst/>
              <a:rect l="l" t="t" r="r" b="b"/>
              <a:pathLst>
                <a:path w="1198" h="1441" extrusionOk="0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9" name="Google Shape;19;p10"/>
            <p:cNvSpPr/>
            <p:nvPr/>
          </p:nvSpPr>
          <p:spPr>
            <a:xfrm>
              <a:off x="8589536" y="2525712"/>
              <a:ext cx="3589694" cy="4332288"/>
            </a:xfrm>
            <a:custGeom>
              <a:avLst/>
              <a:gdLst/>
              <a:ahLst/>
              <a:cxnLst/>
              <a:rect l="l" t="t" r="r" b="b"/>
              <a:pathLst>
                <a:path w="1194" h="1441" extrusionOk="0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20" name="Google Shape;20;p10"/>
          <p:cNvGrpSpPr/>
          <p:nvPr/>
        </p:nvGrpSpPr>
        <p:grpSpPr>
          <a:xfrm rot="10800000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21" name="Google Shape;21;p10"/>
            <p:cNvSpPr/>
            <p:nvPr/>
          </p:nvSpPr>
          <p:spPr>
            <a:xfrm>
              <a:off x="5183405" y="2678112"/>
              <a:ext cx="3601721" cy="4332288"/>
            </a:xfrm>
            <a:custGeom>
              <a:avLst/>
              <a:gdLst/>
              <a:ahLst/>
              <a:cxnLst/>
              <a:rect l="l" t="t" r="r" b="b"/>
              <a:pathLst>
                <a:path w="1198" h="1441" extrusionOk="0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2" name="Google Shape;22;p10"/>
            <p:cNvSpPr/>
            <p:nvPr/>
          </p:nvSpPr>
          <p:spPr>
            <a:xfrm>
              <a:off x="8763903" y="2678112"/>
              <a:ext cx="3589695" cy="4332288"/>
            </a:xfrm>
            <a:custGeom>
              <a:avLst/>
              <a:gdLst/>
              <a:ahLst/>
              <a:cxnLst/>
              <a:rect l="l" t="t" r="r" b="b"/>
              <a:pathLst>
                <a:path w="1194" h="1441" extrusionOk="0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23" name="Google Shape;23;p10" descr="preencoded.png"/>
          <p:cNvSpPr/>
          <p:nvPr/>
        </p:nvSpPr>
        <p:spPr>
          <a:xfrm>
            <a:off x="7642518" y="4577658"/>
            <a:ext cx="775021" cy="775021"/>
          </a:xfrm>
          <a:custGeom>
            <a:avLst/>
            <a:gdLst/>
            <a:ahLst/>
            <a:cxnLst/>
            <a:rect l="l" t="t" r="r" b="b"/>
            <a:pathLst>
              <a:path w="775021" h="775021" extrusionOk="0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1499616" y="2770632"/>
            <a:ext cx="5693664" cy="3122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/>
          <p:nvPr/>
        </p:nvSpPr>
        <p:spPr>
          <a:xfrm>
            <a:off x="0" y="3427336"/>
            <a:ext cx="3430200" cy="3430665"/>
          </a:xfrm>
          <a:custGeom>
            <a:avLst/>
            <a:gdLst/>
            <a:ahLst/>
            <a:cxnLst/>
            <a:rect l="l" t="t" r="r" b="b"/>
            <a:pathLst>
              <a:path w="3430200" h="3430665" extrusionOk="0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" name="Google Shape;28;p11"/>
          <p:cNvSpPr/>
          <p:nvPr/>
        </p:nvSpPr>
        <p:spPr>
          <a:xfrm>
            <a:off x="0" y="3427336"/>
            <a:ext cx="3430200" cy="3430665"/>
          </a:xfrm>
          <a:custGeom>
            <a:avLst/>
            <a:gdLst/>
            <a:ahLst/>
            <a:cxnLst/>
            <a:rect l="l" t="t" r="r" b="b"/>
            <a:pathLst>
              <a:path w="3430200" h="3430665" extrusionOk="0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" name="Google Shape;29;p11"/>
          <p:cNvSpPr/>
          <p:nvPr/>
        </p:nvSpPr>
        <p:spPr>
          <a:xfrm>
            <a:off x="1" y="1"/>
            <a:ext cx="3423785" cy="3437345"/>
          </a:xfrm>
          <a:custGeom>
            <a:avLst/>
            <a:gdLst/>
            <a:ahLst/>
            <a:cxnLst/>
            <a:rect l="l" t="t" r="r" b="b"/>
            <a:pathLst>
              <a:path w="3423785" h="3437345" extrusionOk="0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4224528" y="2276856"/>
            <a:ext cx="67665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4224528" y="3222752"/>
            <a:ext cx="6766560" cy="270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4224528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1"/>
          <p:cNvSpPr/>
          <p:nvPr/>
        </p:nvSpPr>
        <p:spPr>
          <a:xfrm>
            <a:off x="1" y="869"/>
            <a:ext cx="3423785" cy="3436477"/>
          </a:xfrm>
          <a:custGeom>
            <a:avLst/>
            <a:gdLst/>
            <a:ahLst/>
            <a:cxnLst/>
            <a:rect l="l" t="t" r="r" b="b"/>
            <a:pathLst>
              <a:path w="3423785" h="3436477" extrusionOk="0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">
  <p:cSld name="Summar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 descr="preencoded.png"/>
          <p:cNvSpPr/>
          <p:nvPr/>
        </p:nvSpPr>
        <p:spPr>
          <a:xfrm>
            <a:off x="8758238" y="-14287"/>
            <a:ext cx="3433763" cy="3452812"/>
          </a:xfrm>
          <a:custGeom>
            <a:avLst/>
            <a:gdLst/>
            <a:ahLst/>
            <a:cxnLst/>
            <a:rect l="l" t="t" r="r" b="b"/>
            <a:pathLst>
              <a:path w="3433763" h="3452812" extrusionOk="0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7" name="Google Shape;37;p12" descr="preencoded.png"/>
          <p:cNvSpPr/>
          <p:nvPr/>
        </p:nvSpPr>
        <p:spPr>
          <a:xfrm>
            <a:off x="8758238" y="3438525"/>
            <a:ext cx="3433763" cy="3433762"/>
          </a:xfrm>
          <a:custGeom>
            <a:avLst/>
            <a:gdLst/>
            <a:ahLst/>
            <a:cxnLst/>
            <a:rect l="l" t="t" r="r" b="b"/>
            <a:pathLst>
              <a:path w="3433763" h="3433762" extrusionOk="0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8" name="Google Shape;38;p12" descr="preencoded.png"/>
          <p:cNvSpPr/>
          <p:nvPr/>
        </p:nvSpPr>
        <p:spPr>
          <a:xfrm rot="10800000" flipH="1">
            <a:off x="9991725" y="1247775"/>
            <a:ext cx="2200275" cy="2181225"/>
          </a:xfrm>
          <a:custGeom>
            <a:avLst/>
            <a:gdLst/>
            <a:ahLst/>
            <a:cxnLst/>
            <a:rect l="l" t="t" r="r" b="b"/>
            <a:pathLst>
              <a:path w="2200275" h="2181225" extrusionOk="0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9" name="Google Shape;39;p12" descr="preencoded.png"/>
          <p:cNvSpPr/>
          <p:nvPr/>
        </p:nvSpPr>
        <p:spPr>
          <a:xfrm rot="10800000" flipH="1">
            <a:off x="-20086" y="4580051"/>
            <a:ext cx="2277948" cy="2277948"/>
          </a:xfrm>
          <a:custGeom>
            <a:avLst/>
            <a:gdLst/>
            <a:ahLst/>
            <a:cxnLst/>
            <a:rect l="l" t="t" r="r" b="b"/>
            <a:pathLst>
              <a:path w="2277948" h="2277948" extrusionOk="0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40" name="Google Shape;40;p1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2" descr="preencoded.png"/>
          <p:cNvSpPr/>
          <p:nvPr/>
        </p:nvSpPr>
        <p:spPr>
          <a:xfrm>
            <a:off x="1707959" y="5667616"/>
            <a:ext cx="775021" cy="775021"/>
          </a:xfrm>
          <a:custGeom>
            <a:avLst/>
            <a:gdLst/>
            <a:ahLst/>
            <a:cxnLst/>
            <a:rect l="l" t="t" r="r" b="b"/>
            <a:pathLst>
              <a:path w="775021" h="775021" extrusionOk="0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2" name="Google Shape;42;p12"/>
          <p:cNvSpPr txBox="1"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1"/>
          </p:nvPr>
        </p:nvSpPr>
        <p:spPr>
          <a:xfrm>
            <a:off x="1508760" y="2837688"/>
            <a:ext cx="5879592" cy="270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solidFill>
          <a:schemeClr val="accent6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/>
          <p:nvPr/>
        </p:nvSpPr>
        <p:spPr>
          <a:xfrm>
            <a:off x="0" y="0"/>
            <a:ext cx="8948738" cy="6858000"/>
          </a:xfrm>
          <a:custGeom>
            <a:avLst/>
            <a:gdLst/>
            <a:ahLst/>
            <a:cxnLst/>
            <a:rect l="l" t="t" r="r" b="b"/>
            <a:pathLst>
              <a:path w="8948738" h="6858000" extrusionOk="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8" name="Google Shape;48;p13" descr="preencoded.png"/>
          <p:cNvSpPr/>
          <p:nvPr/>
        </p:nvSpPr>
        <p:spPr>
          <a:xfrm>
            <a:off x="7538626" y="13142"/>
            <a:ext cx="4653374" cy="6831717"/>
          </a:xfrm>
          <a:custGeom>
            <a:avLst/>
            <a:gdLst/>
            <a:ahLst/>
            <a:cxnLst/>
            <a:rect l="l" t="t" r="r" b="b"/>
            <a:pathLst>
              <a:path w="4653374" h="6831717" extrusionOk="0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49" name="Google Shape;49;p1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3"/>
          <p:cNvSpPr txBox="1"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ctr" anchorCtr="0">
            <a:noAutofit/>
          </a:bodyPr>
          <a:lstStyle>
            <a:lvl1pPr lv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2062836" y="686475"/>
            <a:ext cx="7774629" cy="6193018"/>
          </a:xfrm>
          <a:custGeom>
            <a:avLst/>
            <a:gdLst/>
            <a:ahLst/>
            <a:cxnLst/>
            <a:rect l="l" t="t" r="r" b="b"/>
            <a:pathLst>
              <a:path w="7774629" h="6193018" extrusionOk="0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rgbClr val="F8E7E7">
              <a:alpha val="9882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4" name="Google Shape;54;p14"/>
          <p:cNvSpPr/>
          <p:nvPr/>
        </p:nvSpPr>
        <p:spPr>
          <a:xfrm>
            <a:off x="7610252" y="1"/>
            <a:ext cx="2273668" cy="3147998"/>
          </a:xfrm>
          <a:custGeom>
            <a:avLst/>
            <a:gdLst/>
            <a:ahLst/>
            <a:cxnLst/>
            <a:rect l="l" t="t" r="r" b="b"/>
            <a:pathLst>
              <a:path w="2273668" h="3147998" extrusionOk="0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9883919" y="2"/>
            <a:ext cx="2254928" cy="3141557"/>
          </a:xfrm>
          <a:custGeom>
            <a:avLst/>
            <a:gdLst/>
            <a:ahLst/>
            <a:cxnLst/>
            <a:rect l="l" t="t" r="r" b="b"/>
            <a:pathLst>
              <a:path w="2254928" h="3141557" extrusionOk="0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8395730" y="2"/>
            <a:ext cx="2959203" cy="2352793"/>
          </a:xfrm>
          <a:custGeom>
            <a:avLst/>
            <a:gdLst/>
            <a:ahLst/>
            <a:cxnLst/>
            <a:rect l="l" t="t" r="r" b="b"/>
            <a:pathLst>
              <a:path w="2959203" h="2352793" extrusionOk="0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1390854" y="3130662"/>
            <a:ext cx="3106248" cy="3748831"/>
          </a:xfrm>
          <a:custGeom>
            <a:avLst/>
            <a:gdLst/>
            <a:ahLst/>
            <a:cxnLst/>
            <a:rect l="l" t="t" r="r" b="b"/>
            <a:pathLst>
              <a:path w="3106248" h="3748831" extrusionOk="0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0" y="3130661"/>
            <a:ext cx="1400640" cy="3748832"/>
          </a:xfrm>
          <a:custGeom>
            <a:avLst/>
            <a:gdLst/>
            <a:ahLst/>
            <a:cxnLst/>
            <a:rect l="l" t="t" r="r" b="b"/>
            <a:pathLst>
              <a:path w="1400640" h="3748832" extrusionOk="0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hart">
  <p:cSld name="Title and Char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1" y="0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539496" y="2103120"/>
            <a:ext cx="11119104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Title and Tabl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9866106" y="0"/>
            <a:ext cx="2325894" cy="2180854"/>
          </a:xfrm>
          <a:custGeom>
            <a:avLst/>
            <a:gdLst/>
            <a:ahLst/>
            <a:cxnLst/>
            <a:rect l="l" t="t" r="r" b="b"/>
            <a:pathLst>
              <a:path w="2325894" h="2180854" extrusionOk="0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755904" y="2825496"/>
            <a:ext cx="10680192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"/>
              <a:buNone/>
              <a:defRPr sz="33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3611880" y="1984248"/>
            <a:ext cx="768096" cy="162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0"/>
              <a:buNone/>
              <a:defRPr sz="1000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4389120" y="4308475"/>
            <a:ext cx="3932238" cy="58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3"/>
          </p:nvPr>
        </p:nvSpPr>
        <p:spPr>
          <a:xfrm>
            <a:off x="9500616" y="3209544"/>
            <a:ext cx="768096" cy="162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0"/>
              <a:buNone/>
              <a:defRPr sz="1000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 descr="preencoded.png"/>
          <p:cNvSpPr/>
          <p:nvPr/>
        </p:nvSpPr>
        <p:spPr>
          <a:xfrm>
            <a:off x="-7117" y="0"/>
            <a:ext cx="2550985" cy="6858000"/>
          </a:xfrm>
          <a:custGeom>
            <a:avLst/>
            <a:gdLst/>
            <a:ahLst/>
            <a:cxnLst/>
            <a:rect l="l" t="t" r="r" b="b"/>
            <a:pathLst>
              <a:path w="2550985" h="6858000" extrusionOk="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-9415" y="0"/>
            <a:ext cx="2548591" cy="2555628"/>
          </a:xfrm>
          <a:custGeom>
            <a:avLst/>
            <a:gdLst/>
            <a:ahLst/>
            <a:cxnLst/>
            <a:rect l="l" t="t" r="r" b="b"/>
            <a:pathLst>
              <a:path w="2548591" h="2555628" extrusionOk="0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0" name="Google Shape;80;p17" descr="preencoded.png"/>
          <p:cNvSpPr/>
          <p:nvPr/>
        </p:nvSpPr>
        <p:spPr>
          <a:xfrm>
            <a:off x="2543868" y="0"/>
            <a:ext cx="2560340" cy="2560340"/>
          </a:xfrm>
          <a:custGeom>
            <a:avLst/>
            <a:gdLst/>
            <a:ahLst/>
            <a:cxnLst/>
            <a:rect l="l" t="t" r="r" b="b"/>
            <a:pathLst>
              <a:path w="2560340" h="2560340" extrusionOk="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1" name="Google Shape;81;p17"/>
          <p:cNvSpPr/>
          <p:nvPr/>
        </p:nvSpPr>
        <p:spPr>
          <a:xfrm flipH="1">
            <a:off x="2535251" y="4308466"/>
            <a:ext cx="2550984" cy="2560441"/>
          </a:xfrm>
          <a:custGeom>
            <a:avLst/>
            <a:gdLst/>
            <a:ahLst/>
            <a:cxnLst/>
            <a:rect l="l" t="t" r="r" b="b"/>
            <a:pathLst>
              <a:path w="1079" h="1083" extrusionOk="0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2" name="Google Shape;82;p17"/>
          <p:cNvSpPr/>
          <p:nvPr/>
        </p:nvSpPr>
        <p:spPr>
          <a:xfrm flipH="1">
            <a:off x="-10617" y="4308466"/>
            <a:ext cx="2550984" cy="2560441"/>
          </a:xfrm>
          <a:custGeom>
            <a:avLst/>
            <a:gdLst/>
            <a:ahLst/>
            <a:cxnLst/>
            <a:rect l="l" t="t" r="r" b="b"/>
            <a:pathLst>
              <a:path w="1079" h="1083" extrusionOk="0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4">
  <p:cSld name="Team x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8"/>
          <p:cNvSpPr>
            <a:spLocks noGrp="1"/>
          </p:cNvSpPr>
          <p:nvPr>
            <p:ph type="pic" idx="2"/>
          </p:nvPr>
        </p:nvSpPr>
        <p:spPr>
          <a:xfrm>
            <a:off x="758905" y="2392023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758905" y="4989515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2743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3"/>
          </p:nvPr>
        </p:nvSpPr>
        <p:spPr>
          <a:xfrm>
            <a:off x="916885" y="5599755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>
            <a:spLocks noGrp="1"/>
          </p:cNvSpPr>
          <p:nvPr>
            <p:ph type="pic" idx="4"/>
          </p:nvPr>
        </p:nvSpPr>
        <p:spPr>
          <a:xfrm>
            <a:off x="3517361" y="2392619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3" name="Google Shape;93;p18"/>
          <p:cNvSpPr txBox="1">
            <a:spLocks noGrp="1"/>
          </p:cNvSpPr>
          <p:nvPr>
            <p:ph type="body" idx="5"/>
          </p:nvPr>
        </p:nvSpPr>
        <p:spPr>
          <a:xfrm>
            <a:off x="3516747" y="4990111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2743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6"/>
          </p:nvPr>
        </p:nvSpPr>
        <p:spPr>
          <a:xfrm>
            <a:off x="3674073" y="5600351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>
            <a:spLocks noGrp="1"/>
          </p:cNvSpPr>
          <p:nvPr>
            <p:ph type="pic" idx="7"/>
          </p:nvPr>
        </p:nvSpPr>
        <p:spPr>
          <a:xfrm>
            <a:off x="6275817" y="2393215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6" name="Google Shape;96;p18"/>
          <p:cNvSpPr txBox="1">
            <a:spLocks noGrp="1"/>
          </p:cNvSpPr>
          <p:nvPr>
            <p:ph type="body" idx="8"/>
          </p:nvPr>
        </p:nvSpPr>
        <p:spPr>
          <a:xfrm>
            <a:off x="6274589" y="4990707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2743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9"/>
          </p:nvPr>
        </p:nvSpPr>
        <p:spPr>
          <a:xfrm>
            <a:off x="6432529" y="5600947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8"/>
          <p:cNvSpPr>
            <a:spLocks noGrp="1"/>
          </p:cNvSpPr>
          <p:nvPr>
            <p:ph type="pic" idx="13"/>
          </p:nvPr>
        </p:nvSpPr>
        <p:spPr>
          <a:xfrm>
            <a:off x="9034272" y="2393215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9" name="Google Shape;99;p18"/>
          <p:cNvSpPr txBox="1">
            <a:spLocks noGrp="1"/>
          </p:cNvSpPr>
          <p:nvPr>
            <p:ph type="body" idx="14"/>
          </p:nvPr>
        </p:nvSpPr>
        <p:spPr>
          <a:xfrm>
            <a:off x="9032431" y="4990707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2743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5"/>
          </p:nvPr>
        </p:nvSpPr>
        <p:spPr>
          <a:xfrm>
            <a:off x="9190984" y="5600947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8">
  <p:cSld name="Team x8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9"/>
          <p:cNvSpPr>
            <a:spLocks noGrp="1"/>
          </p:cNvSpPr>
          <p:nvPr>
            <p:ph type="pic" idx="2"/>
          </p:nvPr>
        </p:nvSpPr>
        <p:spPr>
          <a:xfrm>
            <a:off x="1271016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1271016" y="3191256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3"/>
          </p:nvPr>
        </p:nvSpPr>
        <p:spPr>
          <a:xfrm>
            <a:off x="1271016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9"/>
          <p:cNvSpPr>
            <a:spLocks noGrp="1"/>
          </p:cNvSpPr>
          <p:nvPr>
            <p:ph type="pic" idx="4"/>
          </p:nvPr>
        </p:nvSpPr>
        <p:spPr>
          <a:xfrm>
            <a:off x="1271016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09" name="Google Shape;109;p19"/>
          <p:cNvSpPr txBox="1">
            <a:spLocks noGrp="1"/>
          </p:cNvSpPr>
          <p:nvPr>
            <p:ph type="body" idx="5"/>
          </p:nvPr>
        </p:nvSpPr>
        <p:spPr>
          <a:xfrm>
            <a:off x="1271016" y="5790184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6"/>
          </p:nvPr>
        </p:nvSpPr>
        <p:spPr>
          <a:xfrm>
            <a:off x="1271016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>
            <a:spLocks noGrp="1"/>
          </p:cNvSpPr>
          <p:nvPr>
            <p:ph type="pic" idx="7"/>
          </p:nvPr>
        </p:nvSpPr>
        <p:spPr>
          <a:xfrm>
            <a:off x="3828288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12" name="Google Shape;112;p19"/>
          <p:cNvSpPr txBox="1">
            <a:spLocks noGrp="1"/>
          </p:cNvSpPr>
          <p:nvPr>
            <p:ph type="body" idx="8"/>
          </p:nvPr>
        </p:nvSpPr>
        <p:spPr>
          <a:xfrm>
            <a:off x="3828288" y="3191256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body" idx="9"/>
          </p:nvPr>
        </p:nvSpPr>
        <p:spPr>
          <a:xfrm>
            <a:off x="3828288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>
            <a:spLocks noGrp="1"/>
          </p:cNvSpPr>
          <p:nvPr>
            <p:ph type="pic" idx="13"/>
          </p:nvPr>
        </p:nvSpPr>
        <p:spPr>
          <a:xfrm>
            <a:off x="3828288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15" name="Google Shape;115;p19"/>
          <p:cNvSpPr txBox="1">
            <a:spLocks noGrp="1"/>
          </p:cNvSpPr>
          <p:nvPr>
            <p:ph type="body" idx="14"/>
          </p:nvPr>
        </p:nvSpPr>
        <p:spPr>
          <a:xfrm>
            <a:off x="3828288" y="5790184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15"/>
          </p:nvPr>
        </p:nvSpPr>
        <p:spPr>
          <a:xfrm>
            <a:off x="3828288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>
            <a:spLocks noGrp="1"/>
          </p:cNvSpPr>
          <p:nvPr>
            <p:ph type="pic" idx="16"/>
          </p:nvPr>
        </p:nvSpPr>
        <p:spPr>
          <a:xfrm>
            <a:off x="6385560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18" name="Google Shape;118;p19"/>
          <p:cNvSpPr txBox="1">
            <a:spLocks noGrp="1"/>
          </p:cNvSpPr>
          <p:nvPr>
            <p:ph type="body" idx="17"/>
          </p:nvPr>
        </p:nvSpPr>
        <p:spPr>
          <a:xfrm>
            <a:off x="6385560" y="3191256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18"/>
          </p:nvPr>
        </p:nvSpPr>
        <p:spPr>
          <a:xfrm>
            <a:off x="6385560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>
            <a:spLocks noGrp="1"/>
          </p:cNvSpPr>
          <p:nvPr>
            <p:ph type="pic" idx="19"/>
          </p:nvPr>
        </p:nvSpPr>
        <p:spPr>
          <a:xfrm>
            <a:off x="6385560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21" name="Google Shape;121;p19"/>
          <p:cNvSpPr txBox="1">
            <a:spLocks noGrp="1"/>
          </p:cNvSpPr>
          <p:nvPr>
            <p:ph type="body" idx="20"/>
          </p:nvPr>
        </p:nvSpPr>
        <p:spPr>
          <a:xfrm>
            <a:off x="6385560" y="5790184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21"/>
          </p:nvPr>
        </p:nvSpPr>
        <p:spPr>
          <a:xfrm>
            <a:off x="6385560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>
            <a:spLocks noGrp="1"/>
          </p:cNvSpPr>
          <p:nvPr>
            <p:ph type="pic" idx="22"/>
          </p:nvPr>
        </p:nvSpPr>
        <p:spPr>
          <a:xfrm>
            <a:off x="8942832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24" name="Google Shape;124;p19"/>
          <p:cNvSpPr txBox="1">
            <a:spLocks noGrp="1"/>
          </p:cNvSpPr>
          <p:nvPr>
            <p:ph type="body" idx="23"/>
          </p:nvPr>
        </p:nvSpPr>
        <p:spPr>
          <a:xfrm>
            <a:off x="8942832" y="3191256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24"/>
          </p:nvPr>
        </p:nvSpPr>
        <p:spPr>
          <a:xfrm>
            <a:off x="8942832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>
            <a:spLocks noGrp="1"/>
          </p:cNvSpPr>
          <p:nvPr>
            <p:ph type="pic" idx="25"/>
          </p:nvPr>
        </p:nvSpPr>
        <p:spPr>
          <a:xfrm>
            <a:off x="8942832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27" name="Google Shape;127;p19"/>
          <p:cNvSpPr txBox="1">
            <a:spLocks noGrp="1"/>
          </p:cNvSpPr>
          <p:nvPr>
            <p:ph type="body" idx="26"/>
          </p:nvPr>
        </p:nvSpPr>
        <p:spPr>
          <a:xfrm>
            <a:off x="8942832" y="5790184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27"/>
          </p:nvPr>
        </p:nvSpPr>
        <p:spPr>
          <a:xfrm>
            <a:off x="8942832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Column">
  <p:cSld name="5 Column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>
            <a:off x="685338" y="3796480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5116484" y="3796480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9547629" y="3796480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9" name="Google Shape;139;p20"/>
          <p:cNvSpPr>
            <a:spLocks noGrp="1"/>
          </p:cNvSpPr>
          <p:nvPr>
            <p:ph type="pic" idx="2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0" name="Google Shape;140;p20"/>
          <p:cNvSpPr txBox="1">
            <a:spLocks noGrp="1"/>
          </p:cNvSpPr>
          <p:nvPr>
            <p:ph type="body" idx="3"/>
          </p:nvPr>
        </p:nvSpPr>
        <p:spPr>
          <a:xfrm>
            <a:off x="731058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4"/>
          </p:nvPr>
        </p:nvSpPr>
        <p:spPr>
          <a:xfrm>
            <a:off x="2900910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2" name="Google Shape;142;p20"/>
          <p:cNvSpPr>
            <a:spLocks noGrp="1"/>
          </p:cNvSpPr>
          <p:nvPr>
            <p:ph type="pic" idx="5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43" name="Google Shape;143;p20"/>
          <p:cNvSpPr txBox="1">
            <a:spLocks noGrp="1"/>
          </p:cNvSpPr>
          <p:nvPr>
            <p:ph type="body" idx="6"/>
          </p:nvPr>
        </p:nvSpPr>
        <p:spPr>
          <a:xfrm>
            <a:off x="2946630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body" idx="7"/>
          </p:nvPr>
        </p:nvSpPr>
        <p:spPr>
          <a:xfrm>
            <a:off x="5116484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5" name="Google Shape;145;p20"/>
          <p:cNvSpPr>
            <a:spLocks noGrp="1"/>
          </p:cNvSpPr>
          <p:nvPr>
            <p:ph type="pic" idx="8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6" name="Google Shape;146;p20"/>
          <p:cNvSpPr txBox="1">
            <a:spLocks noGrp="1"/>
          </p:cNvSpPr>
          <p:nvPr>
            <p:ph type="body" idx="9"/>
          </p:nvPr>
        </p:nvSpPr>
        <p:spPr>
          <a:xfrm>
            <a:off x="5162204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body" idx="13"/>
          </p:nvPr>
        </p:nvSpPr>
        <p:spPr>
          <a:xfrm>
            <a:off x="7332057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8" name="Google Shape;148;p20"/>
          <p:cNvSpPr>
            <a:spLocks noGrp="1"/>
          </p:cNvSpPr>
          <p:nvPr>
            <p:ph type="pic" idx="14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49" name="Google Shape;149;p20"/>
          <p:cNvSpPr txBox="1">
            <a:spLocks noGrp="1"/>
          </p:cNvSpPr>
          <p:nvPr>
            <p:ph type="body" idx="15"/>
          </p:nvPr>
        </p:nvSpPr>
        <p:spPr>
          <a:xfrm>
            <a:off x="7377777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body" idx="16"/>
          </p:nvPr>
        </p:nvSpPr>
        <p:spPr>
          <a:xfrm>
            <a:off x="9547629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1" name="Google Shape;151;p20"/>
          <p:cNvSpPr>
            <a:spLocks noGrp="1"/>
          </p:cNvSpPr>
          <p:nvPr>
            <p:ph type="pic" idx="17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2" name="Google Shape;152;p20"/>
          <p:cNvSpPr txBox="1">
            <a:spLocks noGrp="1"/>
          </p:cNvSpPr>
          <p:nvPr>
            <p:ph type="body" idx="18"/>
          </p:nvPr>
        </p:nvSpPr>
        <p:spPr>
          <a:xfrm>
            <a:off x="9593349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/>
          <p:nvPr/>
        </p:nvSpPr>
        <p:spPr>
          <a:xfrm>
            <a:off x="0" y="0"/>
            <a:ext cx="2838450" cy="2857958"/>
          </a:xfrm>
          <a:custGeom>
            <a:avLst/>
            <a:gdLst/>
            <a:ahLst/>
            <a:cxnLst/>
            <a:rect l="l" t="t" r="r" b="b"/>
            <a:pathLst>
              <a:path w="2838450" h="2857958" extrusionOk="0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1" y="-1"/>
            <a:ext cx="1970627" cy="1990267"/>
          </a:xfrm>
          <a:custGeom>
            <a:avLst/>
            <a:gdLst/>
            <a:ahLst/>
            <a:cxnLst/>
            <a:rect l="l" t="t" r="r" b="b"/>
            <a:pathLst>
              <a:path w="1970627" h="1990267" extrusionOk="0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1" y="1"/>
            <a:ext cx="1003449" cy="1013015"/>
          </a:xfrm>
          <a:custGeom>
            <a:avLst/>
            <a:gdLst/>
            <a:ahLst/>
            <a:cxnLst/>
            <a:rect l="l" t="t" r="r" b="b"/>
            <a:pathLst>
              <a:path w="1003449" h="1013015" extrusionOk="0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7" name="Google Shape;157;p21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21" descr="preencoded.png"/>
          <p:cNvSpPr/>
          <p:nvPr/>
        </p:nvSpPr>
        <p:spPr>
          <a:xfrm>
            <a:off x="1458332" y="590133"/>
            <a:ext cx="775021" cy="775021"/>
          </a:xfrm>
          <a:custGeom>
            <a:avLst/>
            <a:gdLst/>
            <a:ahLst/>
            <a:cxnLst/>
            <a:rect l="l" t="t" r="r" b="b"/>
            <a:pathLst>
              <a:path w="775021" h="775021" extrusionOk="0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0" name="Google Shape;160;p21"/>
          <p:cNvSpPr txBox="1">
            <a:spLocks noGrp="1"/>
          </p:cNvSpPr>
          <p:nvPr>
            <p:ph type="body" idx="1"/>
          </p:nvPr>
        </p:nvSpPr>
        <p:spPr>
          <a:xfrm>
            <a:off x="685338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body" idx="2"/>
          </p:nvPr>
        </p:nvSpPr>
        <p:spPr>
          <a:xfrm>
            <a:off x="2900911" y="3017520"/>
            <a:ext cx="1993392" cy="557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body" idx="3"/>
          </p:nvPr>
        </p:nvSpPr>
        <p:spPr>
          <a:xfrm>
            <a:off x="5116484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4"/>
          </p:nvPr>
        </p:nvSpPr>
        <p:spPr>
          <a:xfrm>
            <a:off x="7332057" y="3017520"/>
            <a:ext cx="1993392" cy="557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body" idx="5"/>
          </p:nvPr>
        </p:nvSpPr>
        <p:spPr>
          <a:xfrm>
            <a:off x="9547629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body" idx="6"/>
          </p:nvPr>
        </p:nvSpPr>
        <p:spPr>
          <a:xfrm>
            <a:off x="685338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7"/>
          </p:nvPr>
        </p:nvSpPr>
        <p:spPr>
          <a:xfrm>
            <a:off x="2900911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body" idx="8"/>
          </p:nvPr>
        </p:nvSpPr>
        <p:spPr>
          <a:xfrm>
            <a:off x="5116484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9"/>
          </p:nvPr>
        </p:nvSpPr>
        <p:spPr>
          <a:xfrm>
            <a:off x="7332057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body" idx="13"/>
          </p:nvPr>
        </p:nvSpPr>
        <p:spPr>
          <a:xfrm>
            <a:off x="9547629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0" name="Google Shape;170;p21"/>
          <p:cNvCxnSpPr/>
          <p:nvPr/>
        </p:nvCxnSpPr>
        <p:spPr>
          <a:xfrm>
            <a:off x="739398" y="4187681"/>
            <a:ext cx="10812360" cy="0"/>
          </a:xfrm>
          <a:prstGeom prst="straightConnector1">
            <a:avLst/>
          </a:prstGeom>
          <a:noFill/>
          <a:ln w="12700" cap="flat" cmpd="sng">
            <a:solidFill>
              <a:srgbClr val="F1D0D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2" descr="preencoded.png"/>
          <p:cNvSpPr/>
          <p:nvPr/>
        </p:nvSpPr>
        <p:spPr>
          <a:xfrm>
            <a:off x="-5568" y="-2784"/>
            <a:ext cx="3443288" cy="6891337"/>
          </a:xfrm>
          <a:custGeom>
            <a:avLst/>
            <a:gdLst/>
            <a:ahLst/>
            <a:cxnLst/>
            <a:rect l="l" t="t" r="r" b="b"/>
            <a:pathLst>
              <a:path w="3443288" h="6891337" extrusionOk="0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74" name="Google Shape;174;p2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/>
          <p:nvPr/>
        </p:nvSpPr>
        <p:spPr>
          <a:xfrm>
            <a:off x="1721621" y="-2784"/>
            <a:ext cx="1716115" cy="1720853"/>
          </a:xfrm>
          <a:custGeom>
            <a:avLst/>
            <a:gdLst/>
            <a:ahLst/>
            <a:cxnLst/>
            <a:rect l="l" t="t" r="r" b="b"/>
            <a:pathLst>
              <a:path w="1716115" h="1720853" extrusionOk="0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6" name="Google Shape;176;p22" descr="preencoded.png"/>
          <p:cNvSpPr/>
          <p:nvPr/>
        </p:nvSpPr>
        <p:spPr>
          <a:xfrm>
            <a:off x="-5568" y="3440504"/>
            <a:ext cx="3443288" cy="3448050"/>
          </a:xfrm>
          <a:custGeom>
            <a:avLst/>
            <a:gdLst/>
            <a:ahLst/>
            <a:cxnLst/>
            <a:rect l="l" t="t" r="r" b="b"/>
            <a:pathLst>
              <a:path w="3443288" h="3448050" extrusionOk="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77" name="Google Shape;177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body" idx="2"/>
          </p:nvPr>
        </p:nvSpPr>
        <p:spPr>
          <a:xfrm>
            <a:off x="3685032" y="2877312"/>
            <a:ext cx="374192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body" idx="3"/>
          </p:nvPr>
        </p:nvSpPr>
        <p:spPr>
          <a:xfrm>
            <a:off x="8046720" y="2330704"/>
            <a:ext cx="38221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body" idx="4"/>
          </p:nvPr>
        </p:nvSpPr>
        <p:spPr>
          <a:xfrm>
            <a:off x="7754112" y="2877312"/>
            <a:ext cx="374192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3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23"/>
          <p:cNvSpPr txBox="1"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23"/>
          <p:cNvSpPr>
            <a:spLocks noGrp="1"/>
          </p:cNvSpPr>
          <p:nvPr>
            <p:ph type="pic" idx="2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9" name="Google Shape;189;p23"/>
          <p:cNvSpPr txBox="1">
            <a:spLocks noGrp="1"/>
          </p:cNvSpPr>
          <p:nvPr>
            <p:ph type="body" idx="3"/>
          </p:nvPr>
        </p:nvSpPr>
        <p:spPr>
          <a:xfrm>
            <a:off x="992124" y="3950208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3"/>
          <p:cNvSpPr txBox="1">
            <a:spLocks noGrp="1"/>
          </p:cNvSpPr>
          <p:nvPr>
            <p:ph type="body" idx="4"/>
          </p:nvPr>
        </p:nvSpPr>
        <p:spPr>
          <a:xfrm>
            <a:off x="4443984" y="2743200"/>
            <a:ext cx="3328416" cy="3557016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1" name="Google Shape;191;p23"/>
          <p:cNvSpPr>
            <a:spLocks noGrp="1"/>
          </p:cNvSpPr>
          <p:nvPr>
            <p:ph type="pic" idx="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2" name="Google Shape;192;p23"/>
          <p:cNvSpPr txBox="1">
            <a:spLocks noGrp="1"/>
          </p:cNvSpPr>
          <p:nvPr>
            <p:ph type="body" idx="6"/>
          </p:nvPr>
        </p:nvSpPr>
        <p:spPr>
          <a:xfrm>
            <a:off x="4722876" y="3950208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body" idx="7"/>
          </p:nvPr>
        </p:nvSpPr>
        <p:spPr>
          <a:xfrm>
            <a:off x="8092440" y="2743200"/>
            <a:ext cx="3328416" cy="3557016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4" name="Google Shape;194;p23"/>
          <p:cNvSpPr>
            <a:spLocks noGrp="1"/>
          </p:cNvSpPr>
          <p:nvPr>
            <p:ph type="pic" idx="8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95" name="Google Shape;195;p23"/>
          <p:cNvSpPr txBox="1">
            <a:spLocks noGrp="1"/>
          </p:cNvSpPr>
          <p:nvPr>
            <p:ph type="body" idx="9"/>
          </p:nvPr>
        </p:nvSpPr>
        <p:spPr>
          <a:xfrm>
            <a:off x="8371332" y="3950208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 descr="preencoded.png"/>
          <p:cNvSpPr/>
          <p:nvPr/>
        </p:nvSpPr>
        <p:spPr>
          <a:xfrm>
            <a:off x="-5568" y="-2784"/>
            <a:ext cx="3443288" cy="6891337"/>
          </a:xfrm>
          <a:custGeom>
            <a:avLst/>
            <a:gdLst/>
            <a:ahLst/>
            <a:cxnLst/>
            <a:rect l="l" t="t" r="r" b="b"/>
            <a:pathLst>
              <a:path w="3443288" h="6891337" extrusionOk="0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98" name="Google Shape;198;p2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/>
          <p:nvPr/>
        </p:nvSpPr>
        <p:spPr>
          <a:xfrm>
            <a:off x="1721621" y="-2784"/>
            <a:ext cx="1716115" cy="1720853"/>
          </a:xfrm>
          <a:custGeom>
            <a:avLst/>
            <a:gdLst/>
            <a:ahLst/>
            <a:cxnLst/>
            <a:rect l="l" t="t" r="r" b="b"/>
            <a:pathLst>
              <a:path w="1716115" h="1720853" extrusionOk="0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0" name="Google Shape;200;p24" descr="preencoded.png"/>
          <p:cNvSpPr/>
          <p:nvPr/>
        </p:nvSpPr>
        <p:spPr>
          <a:xfrm>
            <a:off x="-5568" y="3440504"/>
            <a:ext cx="3443288" cy="3448050"/>
          </a:xfrm>
          <a:custGeom>
            <a:avLst/>
            <a:gdLst/>
            <a:ahLst/>
            <a:cxnLst/>
            <a:rect l="l" t="t" r="r" b="b"/>
            <a:pathLst>
              <a:path w="3443288" h="3448050" extrusionOk="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01" name="Google Shape;201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4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body" idx="1"/>
          </p:nvPr>
        </p:nvSpPr>
        <p:spPr>
          <a:xfrm>
            <a:off x="3685032" y="2255520"/>
            <a:ext cx="3741928" cy="430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24"/>
          <p:cNvSpPr txBox="1">
            <a:spLocks noGrp="1"/>
          </p:cNvSpPr>
          <p:nvPr>
            <p:ph type="body" idx="2"/>
          </p:nvPr>
        </p:nvSpPr>
        <p:spPr>
          <a:xfrm>
            <a:off x="7754112" y="2255520"/>
            <a:ext cx="3741928" cy="430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/>
          <p:nvPr/>
        </p:nvSpPr>
        <p:spPr>
          <a:xfrm>
            <a:off x="1" y="0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9" name="Google Shape;209;p25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0" name="Google Shape;210;p25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2708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5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5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/>
          <p:nvPr/>
        </p:nvSpPr>
        <p:spPr>
          <a:xfrm>
            <a:off x="1" y="0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5" name="Google Shape;215;p26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6" name="Google Shape;216;p26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0" name="Google Shape;220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5234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7" name="Google Shape;227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5234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8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zIDSIuV9Rz5LjW-fQo0Sn36McervVVfA/view?usp=shari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grace.gozali@binus.ac.i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hyperlink" Target="https://www.linkedin.com/in/grace-gozali-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/>
          <p:cNvSpPr txBox="1">
            <a:spLocks noGrp="1"/>
          </p:cNvSpPr>
          <p:nvPr>
            <p:ph type="ctrTitle"/>
          </p:nvPr>
        </p:nvSpPr>
        <p:spPr>
          <a:xfrm>
            <a:off x="2642695" y="1859120"/>
            <a:ext cx="7117321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ctr" rtl="0">
              <a:lnSpc>
                <a:spcPct val="143382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Arial Black"/>
              <a:buNone/>
            </a:pPr>
            <a:r>
              <a:rPr lang="en-US" sz="3400"/>
              <a:t>MOBILE APPS DEVELOPER BANK MANDIRI</a:t>
            </a:r>
            <a:br>
              <a:rPr lang="en-US" sz="3400"/>
            </a:br>
            <a:endParaRPr sz="3400"/>
          </a:p>
        </p:txBody>
      </p:sp>
      <p:sp>
        <p:nvSpPr>
          <p:cNvPr id="237" name="Google Shape;237;p1"/>
          <p:cNvSpPr txBox="1">
            <a:spLocks noGrp="1"/>
          </p:cNvSpPr>
          <p:nvPr>
            <p:ph type="subTitle" idx="1"/>
          </p:nvPr>
        </p:nvSpPr>
        <p:spPr>
          <a:xfrm>
            <a:off x="4349495" y="3483864"/>
            <a:ext cx="3862349" cy="878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Grace Mae </a:t>
            </a:r>
            <a:r>
              <a:rPr lang="en-US" dirty="0" err="1"/>
              <a:t>Gozali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endParaRPr dirty="0"/>
          </a:p>
        </p:txBody>
      </p:sp>
      <p:pic>
        <p:nvPicPr>
          <p:cNvPr id="238" name="Google Shape;23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"/>
          <p:cNvSpPr txBox="1"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sz="4400" b="1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CONTENT</a:t>
            </a:r>
            <a:endParaRPr sz="4400" b="1">
              <a:solidFill>
                <a:schemeClr val="accent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4" name="Google Shape;244;p2"/>
          <p:cNvSpPr txBox="1">
            <a:spLocks noGrp="1"/>
          </p:cNvSpPr>
          <p:nvPr>
            <p:ph type="body" idx="1"/>
          </p:nvPr>
        </p:nvSpPr>
        <p:spPr>
          <a:xfrm>
            <a:off x="1499616" y="2770632"/>
            <a:ext cx="5693664" cy="3122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Introduction​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About Task 5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Demo Application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​Summary​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endParaRPr dirty="0"/>
          </a:p>
        </p:txBody>
      </p:sp>
      <p:pic>
        <p:nvPicPr>
          <p:cNvPr id="245" name="Google Shape;24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"/>
          <p:cNvSpPr txBox="1">
            <a:spLocks noGrp="1"/>
          </p:cNvSpPr>
          <p:nvPr>
            <p:ph type="title"/>
          </p:nvPr>
        </p:nvSpPr>
        <p:spPr>
          <a:xfrm>
            <a:off x="4224338" y="1132400"/>
            <a:ext cx="67665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253" name="Google Shape;253;p3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54" name="Google Shape;25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8DBA9-5BD5-12C5-61B2-03FD1DFFD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24338" y="1986111"/>
            <a:ext cx="676656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Halo,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perkenalkan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nama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saya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Grace.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EB Garamond" panose="00000500000000000000" pitchFamily="2" charset="0"/>
              <a:ea typeface="EB Garamond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Saya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adalah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mahasiswi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aktif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program Computer Science di BINUS University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dengan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peminatan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minor di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bidang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User Experience (UX).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EB Garamond" panose="00000500000000000000" pitchFamily="2" charset="0"/>
              <a:ea typeface="EB Garamond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Melalui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peminatan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tersebut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saya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memiliki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ketertarikan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kuat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dalam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menjembatani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fungsionalitas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teknis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koding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dengan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antarmuka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yang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intuitif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bagi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pengguna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EB Garamond" panose="00000500000000000000" pitchFamily="2" charset="0"/>
              <a:ea typeface="EB Garamond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Partisipasi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saya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dalam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program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Rakamin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ini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merupakan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langkah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strategis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untuk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memperdalam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keahlian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di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bidang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u="sng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Mobile Development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khususnya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dalam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membangun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aplikasi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Android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berbasis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Kotlin yang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efisien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EB Garamond" panose="00000500000000000000" pitchFamily="2" charset="0"/>
              <a:ea typeface="EB Garamond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Dalam Task 5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ini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fokus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utama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saya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adalah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mengimplementasikan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arsitektur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aplikasi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yang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stabil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dalam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mengolah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data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dinamis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dari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API,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sekaligus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memastikan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aspek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visual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tetap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u="sng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eyecatching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bagi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pengguna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"/>
          <p:cNvSpPr txBox="1">
            <a:spLocks noGrp="1"/>
          </p:cNvSpPr>
          <p:nvPr>
            <p:ph type="title"/>
          </p:nvPr>
        </p:nvSpPr>
        <p:spPr>
          <a:xfrm>
            <a:off x="1499616" y="908893"/>
            <a:ext cx="56936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sz="4400" b="1" dirty="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TENTANG TASK 5</a:t>
            </a:r>
            <a:endParaRPr sz="4400" b="1" dirty="0">
              <a:solidFill>
                <a:schemeClr val="accent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61" name="Google Shape;26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B6230-5B06-11D0-E2CD-0F67C71917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99616" y="1863707"/>
            <a:ext cx="569309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Tujuan Proyek: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Membangun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aplikasi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berita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menggunakan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News API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untuk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menampilkan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daftar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berita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secara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u="sng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real-time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EB Garamond" panose="00000500000000000000" pitchFamily="2" charset="0"/>
              <a:ea typeface="EB Garamond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Fitur Utama: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Headline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Eyecatching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: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Menggunakan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ViewPager2 dan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CarouselAdapter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untuk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menampilkan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5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berita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utama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yang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bisa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digeser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(Carousel).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EB Garamond" panose="00000500000000000000" pitchFamily="2" charset="0"/>
              <a:ea typeface="EB Garamond" panose="000005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Endless Scrolling: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Menerapkan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pagination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sehingga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berita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akan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terus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dimuat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saat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pengguna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melakukan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u="sng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scroll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ke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bawah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EB Garamond" panose="00000500000000000000" pitchFamily="2" charset="0"/>
              <a:ea typeface="EB Garamond" panose="000005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Search Functionality: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Memungkinkan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pengguna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mencari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berita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dengan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kata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kunci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tertentu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seperti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EB Garamond" panose="00000500000000000000" pitchFamily="2" charset="0"/>
                <a:ea typeface="EB Garamond" panose="00000500000000000000" pitchFamily="2" charset="0"/>
              </a:rPr>
              <a:t> "Indonesia").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EB Garamond" panose="00000500000000000000" pitchFamily="2" charset="0"/>
              <a:ea typeface="EB Garamond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"/>
          <p:cNvSpPr txBox="1">
            <a:spLocks noGrp="1"/>
          </p:cNvSpPr>
          <p:nvPr>
            <p:ph type="title"/>
          </p:nvPr>
        </p:nvSpPr>
        <p:spPr>
          <a:xfrm>
            <a:off x="3683753" y="2075360"/>
            <a:ext cx="6766560" cy="2707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sz="8800" dirty="0"/>
              <a:t>DEMO APLIKASI</a:t>
            </a:r>
            <a:endParaRPr sz="8800" dirty="0"/>
          </a:p>
        </p:txBody>
      </p:sp>
      <p:sp>
        <p:nvSpPr>
          <p:cNvPr id="269" name="Google Shape;269;p5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70" name="Google Shape;27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143CF1FD-B5E4-DE02-FB0E-3CC84982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">
            <a:extLst>
              <a:ext uri="{FF2B5EF4-FFF2-40B4-BE49-F238E27FC236}">
                <a16:creationId xmlns:a16="http://schemas.microsoft.com/office/drawing/2014/main" id="{4526F8AB-F48D-19D8-D09C-76B61326D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41648" y="1197307"/>
            <a:ext cx="6766560" cy="2116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ID" sz="2800" dirty="0"/>
              <a:t>Langkah 1: </a:t>
            </a:r>
            <a:r>
              <a:rPr lang="en-ID" sz="2800" dirty="0" err="1"/>
              <a:t>Konfigurasi</a:t>
            </a:r>
            <a:r>
              <a:rPr lang="en-ID" sz="2800" dirty="0"/>
              <a:t> API dan Networking</a:t>
            </a:r>
          </a:p>
          <a:p>
            <a:pPr marL="0" lvl="0" indent="0">
              <a:spcBef>
                <a:spcPts val="0"/>
              </a:spcBef>
            </a:pPr>
            <a:r>
              <a:rPr lang="en-ID" b="1" dirty="0" err="1"/>
              <a:t>Pengambilan</a:t>
            </a:r>
            <a:r>
              <a:rPr lang="en-ID" b="1" dirty="0"/>
              <a:t> API</a:t>
            </a:r>
            <a:r>
              <a:rPr lang="en-ID" dirty="0"/>
              <a:t>: </a:t>
            </a:r>
            <a:r>
              <a:rPr lang="en-ID" dirty="0" err="1"/>
              <a:t>Mendapatkan</a:t>
            </a:r>
            <a:r>
              <a:rPr lang="en-ID" dirty="0"/>
              <a:t> API Key </a:t>
            </a:r>
            <a:r>
              <a:rPr lang="en-ID" dirty="0" err="1"/>
              <a:t>melalui</a:t>
            </a:r>
            <a:r>
              <a:rPr lang="en-ID" dirty="0"/>
              <a:t> platform newsapi.org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data </a:t>
            </a:r>
            <a:r>
              <a:rPr lang="en-ID" dirty="0" err="1"/>
              <a:t>berita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u="sng" dirty="0"/>
              <a:t>real-time</a:t>
            </a:r>
            <a:r>
              <a:rPr lang="en-ID" dirty="0"/>
              <a:t>.</a:t>
            </a:r>
          </a:p>
          <a:p>
            <a:pPr marL="0" lvl="0" indent="0">
              <a:spcBef>
                <a:spcPts val="0"/>
              </a:spcBef>
            </a:pPr>
            <a:r>
              <a:rPr lang="en-ID" b="1" dirty="0" err="1"/>
              <a:t>Implementasi</a:t>
            </a:r>
            <a:r>
              <a:rPr lang="en-ID" dirty="0"/>
              <a:t>: </a:t>
            </a:r>
            <a:r>
              <a:rPr lang="en-ID" dirty="0" err="1"/>
              <a:t>Memasukkan</a:t>
            </a:r>
            <a:r>
              <a:rPr lang="en-ID" dirty="0"/>
              <a:t> API Key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API_KEY pada file </a:t>
            </a:r>
            <a:r>
              <a:rPr lang="en-ID" dirty="0" err="1"/>
              <a:t>NewsInterface.kt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folder </a:t>
            </a:r>
            <a:r>
              <a:rPr lang="en-ID" u="sng" dirty="0"/>
              <a:t>network</a:t>
            </a:r>
            <a:r>
              <a:rPr lang="en-ID" dirty="0"/>
              <a:t>.</a:t>
            </a:r>
          </a:p>
          <a:p>
            <a:pPr marL="0" lvl="0" indent="0">
              <a:spcBef>
                <a:spcPts val="0"/>
              </a:spcBef>
            </a:pPr>
            <a:r>
              <a:rPr lang="en-ID" b="1" dirty="0"/>
              <a:t>Source Code</a:t>
            </a:r>
            <a:r>
              <a:rPr lang="en-ID" dirty="0"/>
              <a:t>: </a:t>
            </a:r>
            <a:r>
              <a:rPr lang="en-ID" dirty="0" err="1"/>
              <a:t>Menggunakan</a:t>
            </a:r>
            <a:r>
              <a:rPr lang="en-ID" dirty="0"/>
              <a:t> library </a:t>
            </a:r>
            <a:r>
              <a:rPr lang="en-ID" b="1" dirty="0"/>
              <a:t>Retrofit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memanggil</a:t>
            </a:r>
            <a:r>
              <a:rPr lang="en-ID" dirty="0"/>
              <a:t> </a:t>
            </a:r>
            <a:r>
              <a:rPr lang="en-ID" u="sng" dirty="0"/>
              <a:t>endpoint/v2/</a:t>
            </a:r>
            <a:r>
              <a:rPr lang="en-ID" u="sng" dirty="0" err="1"/>
              <a:t>topheadlines</a:t>
            </a:r>
            <a:r>
              <a:rPr lang="en-ID" dirty="0"/>
              <a:t> guna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berita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dan </a:t>
            </a:r>
            <a:r>
              <a:rPr lang="en-ID" u="sng" dirty="0"/>
              <a:t>/v2/everything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pencarian</a:t>
            </a:r>
            <a:r>
              <a:rPr lang="en-ID" dirty="0"/>
              <a:t>.</a:t>
            </a:r>
            <a:endParaRPr dirty="0"/>
          </a:p>
        </p:txBody>
      </p:sp>
      <p:sp>
        <p:nvSpPr>
          <p:cNvPr id="269" name="Google Shape;269;p5">
            <a:extLst>
              <a:ext uri="{FF2B5EF4-FFF2-40B4-BE49-F238E27FC236}">
                <a16:creationId xmlns:a16="http://schemas.microsoft.com/office/drawing/2014/main" id="{801FDCF3-334D-E967-EEF0-575B72980E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70" name="Google Shape;270;p5">
            <a:extLst>
              <a:ext uri="{FF2B5EF4-FFF2-40B4-BE49-F238E27FC236}">
                <a16:creationId xmlns:a16="http://schemas.microsoft.com/office/drawing/2014/main" id="{948D42E7-ABC6-0F8C-9B55-EB5BD41AC4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AAC8DB-6090-5A22-B185-91B0FBA11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73" y="3313471"/>
            <a:ext cx="2734057" cy="32913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5585C5-54F5-DADF-A3B0-A35FA0F2E5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t="5068" r="-3709" b="5156"/>
          <a:stretch>
            <a:fillRect/>
          </a:stretch>
        </p:blipFill>
        <p:spPr>
          <a:xfrm>
            <a:off x="3782968" y="3779258"/>
            <a:ext cx="5164387" cy="251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0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86FABA78-0101-02C5-3481-EDF6A06C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">
            <a:extLst>
              <a:ext uri="{FF2B5EF4-FFF2-40B4-BE49-F238E27FC236}">
                <a16:creationId xmlns:a16="http://schemas.microsoft.com/office/drawing/2014/main" id="{F85D1A78-CB85-DEAE-95E9-6780046C9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64095" y="844027"/>
            <a:ext cx="5481582" cy="2233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ID" sz="2800" dirty="0"/>
              <a:t>Langkah 2: </a:t>
            </a:r>
            <a:r>
              <a:rPr lang="en-ID" sz="2800" dirty="0" err="1"/>
              <a:t>Pengembangan</a:t>
            </a:r>
            <a:r>
              <a:rPr lang="en-ID" sz="2800" dirty="0"/>
              <a:t> </a:t>
            </a:r>
            <a:r>
              <a:rPr lang="en-ID" sz="2800" dirty="0" err="1"/>
              <a:t>Antarmuka</a:t>
            </a:r>
            <a:r>
              <a:rPr lang="en-ID" sz="2800" dirty="0"/>
              <a:t> (UI/UX)</a:t>
            </a:r>
          </a:p>
          <a:p>
            <a:pPr marL="0" lvl="0" indent="0">
              <a:spcBef>
                <a:spcPts val="0"/>
              </a:spcBef>
            </a:pPr>
            <a:r>
              <a:rPr lang="en-ID" b="1" dirty="0"/>
              <a:t>Carousel Headline</a:t>
            </a:r>
            <a:r>
              <a:rPr lang="en-ID" dirty="0"/>
              <a:t>: </a:t>
            </a:r>
            <a:r>
              <a:rPr lang="en-ID" dirty="0" err="1"/>
              <a:t>Mengimplementasikan</a:t>
            </a:r>
            <a:r>
              <a:rPr lang="en-ID" dirty="0"/>
              <a:t> </a:t>
            </a:r>
            <a:r>
              <a:rPr lang="en-ID" b="1" dirty="0"/>
              <a:t>ViewPager2</a:t>
            </a:r>
            <a:r>
              <a:rPr lang="en-ID" dirty="0"/>
              <a:t> pada layout item_headline.xml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berita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yang </a:t>
            </a:r>
            <a:r>
              <a:rPr lang="en-ID" u="sng" dirty="0" err="1"/>
              <a:t>eyecatching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Bank </a:t>
            </a:r>
            <a:r>
              <a:rPr lang="en-ID" dirty="0" err="1"/>
              <a:t>Mandiri</a:t>
            </a:r>
            <a:r>
              <a:rPr lang="en-ID" dirty="0"/>
              <a:t>.</a:t>
            </a:r>
          </a:p>
          <a:p>
            <a:pPr marL="0" lvl="0" indent="0">
              <a:spcBef>
                <a:spcPts val="0"/>
              </a:spcBef>
            </a:pPr>
            <a:r>
              <a:rPr lang="en-ID" b="1" dirty="0"/>
              <a:t>Styling</a:t>
            </a:r>
            <a:r>
              <a:rPr lang="en-ID" dirty="0"/>
              <a:t>: </a:t>
            </a:r>
            <a:r>
              <a:rPr lang="en-ID" dirty="0" err="1"/>
              <a:t>Menambahkan</a:t>
            </a:r>
            <a:r>
              <a:rPr lang="en-ID" dirty="0"/>
              <a:t> file gradient_shadow.xml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u="sng" dirty="0"/>
              <a:t>overlay</a:t>
            </a:r>
            <a:r>
              <a:rPr lang="en-ID" dirty="0"/>
              <a:t> di </a:t>
            </a:r>
            <a:r>
              <a:rPr lang="en-ID" dirty="0" err="1"/>
              <a:t>bawah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judul</a:t>
            </a:r>
            <a:r>
              <a:rPr lang="en-ID" dirty="0"/>
              <a:t> agar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terbaca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 di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</a:t>
            </a:r>
            <a:r>
              <a:rPr lang="en-ID" dirty="0" err="1"/>
              <a:t>berita</a:t>
            </a:r>
            <a:r>
              <a:rPr lang="en-ID" dirty="0"/>
              <a:t>.</a:t>
            </a:r>
          </a:p>
          <a:p>
            <a:pPr marL="0" lvl="0" indent="0">
              <a:spcBef>
                <a:spcPts val="0"/>
              </a:spcBef>
            </a:pPr>
            <a:r>
              <a:rPr lang="en-ID" b="1" dirty="0"/>
              <a:t>Custom Adapter</a:t>
            </a:r>
            <a:r>
              <a:rPr lang="en-ID" dirty="0"/>
              <a:t>: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CarouselAdapter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menangani</a:t>
            </a:r>
            <a:r>
              <a:rPr lang="en-ID" dirty="0"/>
              <a:t> </a:t>
            </a:r>
            <a:r>
              <a:rPr lang="en-ID" dirty="0" err="1"/>
              <a:t>transisi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pada Headline agar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berita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interaktif</a:t>
            </a:r>
            <a:r>
              <a:rPr lang="en-ID" dirty="0"/>
              <a:t>.</a:t>
            </a:r>
          </a:p>
        </p:txBody>
      </p:sp>
      <p:sp>
        <p:nvSpPr>
          <p:cNvPr id="269" name="Google Shape;269;p5">
            <a:extLst>
              <a:ext uri="{FF2B5EF4-FFF2-40B4-BE49-F238E27FC236}">
                <a16:creationId xmlns:a16="http://schemas.microsoft.com/office/drawing/2014/main" id="{7CCC3D64-28F9-2F4F-51A9-E65376C4CF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70" name="Google Shape;270;p5">
            <a:extLst>
              <a:ext uri="{FF2B5EF4-FFF2-40B4-BE49-F238E27FC236}">
                <a16:creationId xmlns:a16="http://schemas.microsoft.com/office/drawing/2014/main" id="{8BEFD31B-4DB0-B361-1921-758569F3371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2FA2D6-A432-B249-27A0-FE36D4E90E8E}"/>
              </a:ext>
            </a:extLst>
          </p:cNvPr>
          <p:cNvSpPr txBox="1"/>
          <p:nvPr/>
        </p:nvSpPr>
        <p:spPr>
          <a:xfrm>
            <a:off x="8839200" y="1384042"/>
            <a:ext cx="344129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&lt;?</a:t>
            </a:r>
            <a:r>
              <a:rPr lang="en-ID" sz="800" dirty="0">
                <a:solidFill>
                  <a:srgbClr val="BCBEC4"/>
                </a:solidFill>
                <a:effectLst/>
                <a:latin typeface="JetBrains Mono"/>
              </a:rPr>
              <a:t>xml version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="1.0" </a:t>
            </a:r>
            <a:r>
              <a:rPr lang="en-ID" sz="800" dirty="0">
                <a:solidFill>
                  <a:srgbClr val="BCBEC4"/>
                </a:solidFill>
                <a:effectLst/>
                <a:latin typeface="JetBrains Mono"/>
              </a:rPr>
              <a:t>encoding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="utf-8"</a:t>
            </a: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?&gt;</a:t>
            </a: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&lt;</a:t>
            </a:r>
            <a:r>
              <a:rPr lang="en-ID" sz="800" dirty="0" err="1">
                <a:solidFill>
                  <a:srgbClr val="D5B778"/>
                </a:solidFill>
                <a:effectLst/>
                <a:latin typeface="JetBrains Mono"/>
              </a:rPr>
              <a:t>androidx.cardview.widget.CardView</a:t>
            </a: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    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xmlns: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="http://schemas.android.com/</a:t>
            </a:r>
            <a:r>
              <a:rPr lang="en-ID" sz="800" dirty="0" err="1">
                <a:solidFill>
                  <a:srgbClr val="6AAB73"/>
                </a:solidFill>
                <a:effectLst/>
                <a:latin typeface="JetBrains Mono"/>
              </a:rPr>
              <a:t>apk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/res/android"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xmlns: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app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="http://schemas.android.com/</a:t>
            </a:r>
            <a:r>
              <a:rPr lang="en-ID" sz="800" dirty="0" err="1">
                <a:solidFill>
                  <a:srgbClr val="6AAB73"/>
                </a:solidFill>
                <a:effectLst/>
                <a:latin typeface="JetBrains Mono"/>
              </a:rPr>
              <a:t>apk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/res-auto"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:layout_width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D" sz="800" dirty="0" err="1">
                <a:solidFill>
                  <a:srgbClr val="6AAB73"/>
                </a:solidFill>
                <a:effectLst/>
                <a:latin typeface="JetBrains Mono"/>
              </a:rPr>
              <a:t>match_parent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:layout_height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D" sz="800" dirty="0" err="1">
                <a:solidFill>
                  <a:srgbClr val="6AAB73"/>
                </a:solidFill>
                <a:effectLst/>
                <a:latin typeface="JetBrains Mono"/>
              </a:rPr>
              <a:t>wrap_content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:layout_margin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="8dp"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app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:cardCornerRadius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="16dp"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app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:cardElevation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="4dp"</a:t>
            </a: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&gt;</a:t>
            </a: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    &lt;</a:t>
            </a:r>
            <a:r>
              <a:rPr lang="en-ID" sz="800" dirty="0" err="1">
                <a:solidFill>
                  <a:srgbClr val="D5B778"/>
                </a:solidFill>
                <a:effectLst/>
                <a:latin typeface="JetBrains Mono"/>
              </a:rPr>
              <a:t>RelativeLayout</a:t>
            </a: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:layout_width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D" sz="800" dirty="0" err="1">
                <a:solidFill>
                  <a:srgbClr val="6AAB73"/>
                </a:solidFill>
                <a:effectLst/>
                <a:latin typeface="JetBrains Mono"/>
              </a:rPr>
              <a:t>match_parent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:layout_height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="250dp"</a:t>
            </a: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&gt;</a:t>
            </a: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        &lt;androidx.viewpager2.widget.ViewPager2</a:t>
            </a: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:id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="@+id/</a:t>
            </a:r>
            <a:r>
              <a:rPr lang="en-ID" sz="800" dirty="0" err="1">
                <a:solidFill>
                  <a:srgbClr val="6AAB73"/>
                </a:solidFill>
                <a:effectLst/>
                <a:latin typeface="JetBrains Mono"/>
              </a:rPr>
              <a:t>viewPagerHeadline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:layout_width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D" sz="800" dirty="0" err="1">
                <a:solidFill>
                  <a:srgbClr val="6AAB73"/>
                </a:solidFill>
                <a:effectLst/>
                <a:latin typeface="JetBrains Mono"/>
              </a:rPr>
              <a:t>match_parent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:layout_height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D" sz="800" dirty="0" err="1">
                <a:solidFill>
                  <a:srgbClr val="6AAB73"/>
                </a:solidFill>
                <a:effectLst/>
                <a:latin typeface="JetBrains Mono"/>
              </a:rPr>
              <a:t>match_parent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" </a:t>
            </a: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/&gt;</a:t>
            </a: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        &lt;View</a:t>
            </a: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:layout_width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D" sz="800" dirty="0" err="1">
                <a:solidFill>
                  <a:srgbClr val="6AAB73"/>
                </a:solidFill>
                <a:effectLst/>
                <a:latin typeface="JetBrains Mono"/>
              </a:rPr>
              <a:t>match_parent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:layout_height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="120dp"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:layout_alignParentBottom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="true"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:background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="@drawable/</a:t>
            </a:r>
            <a:r>
              <a:rPr lang="en-ID" sz="800" dirty="0" err="1">
                <a:solidFill>
                  <a:srgbClr val="6AAB73"/>
                </a:solidFill>
                <a:effectLst/>
                <a:latin typeface="JetBrains Mono"/>
              </a:rPr>
              <a:t>gradient_shadow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" </a:t>
            </a: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/&gt;</a:t>
            </a: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        &lt;</a:t>
            </a:r>
            <a:r>
              <a:rPr lang="en-ID" sz="800" dirty="0" err="1">
                <a:solidFill>
                  <a:srgbClr val="D5B778"/>
                </a:solidFill>
                <a:effectLst/>
                <a:latin typeface="JetBrains Mono"/>
              </a:rPr>
              <a:t>TextView</a:t>
            </a: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:id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="@+id/</a:t>
            </a:r>
            <a:r>
              <a:rPr lang="en-ID" sz="800" dirty="0" err="1">
                <a:solidFill>
                  <a:srgbClr val="6AAB73"/>
                </a:solidFill>
                <a:effectLst/>
                <a:latin typeface="JetBrains Mono"/>
              </a:rPr>
              <a:t>tvHeadlineTitle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:layout_width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D" sz="800" dirty="0" err="1">
                <a:solidFill>
                  <a:srgbClr val="6AAB73"/>
                </a:solidFill>
                <a:effectLst/>
                <a:latin typeface="JetBrains Mono"/>
              </a:rPr>
              <a:t>match_parent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:layout_height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</a:t>
            </a:r>
            <a:r>
              <a:rPr lang="en-ID" sz="800" dirty="0" err="1">
                <a:solidFill>
                  <a:srgbClr val="6AAB73"/>
                </a:solidFill>
                <a:effectLst/>
                <a:latin typeface="JetBrains Mono"/>
              </a:rPr>
              <a:t>wrap_content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:layout_alignParentBottom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="true"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:padding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="16dp"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:text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="Wreckage of missing plane found in Indonesia"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:textColor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="#FFFFFF"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:textSize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="18sp"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:textStyle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="bold"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:maxLines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="2"</a:t>
            </a:r>
            <a:b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            </a:t>
            </a:r>
            <a:r>
              <a:rPr lang="en-ID" sz="8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800" dirty="0" err="1">
                <a:solidFill>
                  <a:srgbClr val="BCBEC4"/>
                </a:solidFill>
                <a:effectLst/>
                <a:latin typeface="JetBrains Mono"/>
              </a:rPr>
              <a:t>:ellipsize</a:t>
            </a:r>
            <a:r>
              <a:rPr lang="en-ID" sz="800" dirty="0">
                <a:solidFill>
                  <a:srgbClr val="6AAB73"/>
                </a:solidFill>
                <a:effectLst/>
                <a:latin typeface="JetBrains Mono"/>
              </a:rPr>
              <a:t>="end" </a:t>
            </a: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/&gt;</a:t>
            </a: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    &lt;/</a:t>
            </a:r>
            <a:r>
              <a:rPr lang="en-ID" sz="800" dirty="0" err="1">
                <a:solidFill>
                  <a:srgbClr val="D5B778"/>
                </a:solidFill>
                <a:effectLst/>
                <a:latin typeface="JetBrains Mono"/>
              </a:rPr>
              <a:t>RelativeLayout</a:t>
            </a: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&gt;</a:t>
            </a:r>
            <a:b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&lt;/</a:t>
            </a:r>
            <a:r>
              <a:rPr lang="en-ID" sz="800" dirty="0" err="1">
                <a:solidFill>
                  <a:srgbClr val="D5B778"/>
                </a:solidFill>
                <a:effectLst/>
                <a:latin typeface="JetBrains Mono"/>
              </a:rPr>
              <a:t>androidx.cardview.widget.CardView</a:t>
            </a:r>
            <a:r>
              <a:rPr lang="en-ID" sz="800" dirty="0">
                <a:solidFill>
                  <a:srgbClr val="D5B778"/>
                </a:solidFill>
                <a:effectLst/>
                <a:latin typeface="JetBrains Mono"/>
              </a:rPr>
              <a:t>&gt;</a:t>
            </a:r>
            <a:endParaRPr lang="en-ID" sz="8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9B239-98FA-E0E9-412B-9C000F7197F4}"/>
              </a:ext>
            </a:extLst>
          </p:cNvPr>
          <p:cNvSpPr txBox="1"/>
          <p:nvPr/>
        </p:nvSpPr>
        <p:spPr>
          <a:xfrm>
            <a:off x="3872632" y="4168878"/>
            <a:ext cx="46580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1000" dirty="0">
                <a:solidFill>
                  <a:srgbClr val="D5B778"/>
                </a:solidFill>
                <a:effectLst/>
                <a:latin typeface="JetBrains Mono"/>
              </a:rPr>
              <a:t>&lt;?</a:t>
            </a:r>
            <a:r>
              <a:rPr lang="en-ID" sz="1000" dirty="0">
                <a:solidFill>
                  <a:srgbClr val="BCBEC4"/>
                </a:solidFill>
                <a:effectLst/>
                <a:latin typeface="JetBrains Mono"/>
              </a:rPr>
              <a:t>xml version</a:t>
            </a:r>
            <a: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  <a:t>="1.0" </a:t>
            </a:r>
            <a:r>
              <a:rPr lang="en-ID" sz="1000" dirty="0">
                <a:solidFill>
                  <a:srgbClr val="BCBEC4"/>
                </a:solidFill>
                <a:effectLst/>
                <a:latin typeface="JetBrains Mono"/>
              </a:rPr>
              <a:t>encoding</a:t>
            </a:r>
            <a: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  <a:t>="utf-8"</a:t>
            </a:r>
            <a:r>
              <a:rPr lang="en-ID" sz="1000" dirty="0">
                <a:solidFill>
                  <a:srgbClr val="D5B778"/>
                </a:solidFill>
                <a:effectLst/>
                <a:latin typeface="JetBrains Mono"/>
              </a:rPr>
              <a:t>?&gt;</a:t>
            </a:r>
            <a:br>
              <a:rPr lang="en-ID" sz="10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1000" dirty="0">
                <a:solidFill>
                  <a:srgbClr val="D5B778"/>
                </a:solidFill>
                <a:effectLst/>
                <a:latin typeface="JetBrains Mono"/>
              </a:rPr>
              <a:t>&lt;shape </a:t>
            </a:r>
            <a:r>
              <a:rPr lang="en-ID" sz="1000" dirty="0" err="1">
                <a:solidFill>
                  <a:srgbClr val="BCBEC4"/>
                </a:solidFill>
                <a:effectLst/>
                <a:latin typeface="JetBrains Mono"/>
              </a:rPr>
              <a:t>xmlns:</a:t>
            </a:r>
            <a:r>
              <a:rPr lang="en-ID" sz="10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  <a:t>="http://schemas.android.com/</a:t>
            </a:r>
            <a:r>
              <a:rPr lang="en-ID" sz="1000" dirty="0" err="1">
                <a:solidFill>
                  <a:srgbClr val="6AAB73"/>
                </a:solidFill>
                <a:effectLst/>
                <a:latin typeface="JetBrains Mono"/>
              </a:rPr>
              <a:t>apk</a:t>
            </a:r>
            <a: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  <a:t>/res/android"</a:t>
            </a:r>
            <a:r>
              <a:rPr lang="en-ID" sz="1000" dirty="0">
                <a:solidFill>
                  <a:srgbClr val="D5B778"/>
                </a:solidFill>
                <a:effectLst/>
                <a:latin typeface="JetBrains Mono"/>
              </a:rPr>
              <a:t>&gt;</a:t>
            </a:r>
            <a:br>
              <a:rPr lang="en-ID" sz="10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1000" dirty="0">
                <a:solidFill>
                  <a:srgbClr val="D5B778"/>
                </a:solidFill>
                <a:effectLst/>
                <a:latin typeface="JetBrains Mono"/>
              </a:rPr>
              <a:t>    &lt;gradient</a:t>
            </a:r>
            <a:br>
              <a:rPr lang="en-ID" sz="10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1000" dirty="0">
                <a:solidFill>
                  <a:srgbClr val="D5B778"/>
                </a:solidFill>
                <a:effectLst/>
                <a:latin typeface="JetBrains Mono"/>
              </a:rPr>
              <a:t>        </a:t>
            </a:r>
            <a:r>
              <a:rPr lang="en-ID" sz="10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1000" dirty="0" err="1">
                <a:solidFill>
                  <a:srgbClr val="BCBEC4"/>
                </a:solidFill>
                <a:effectLst/>
                <a:latin typeface="JetBrains Mono"/>
              </a:rPr>
              <a:t>:startColor</a:t>
            </a:r>
            <a: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  <a:t>="#00000000"</a:t>
            </a:r>
            <a:b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  <a:t>        </a:t>
            </a:r>
            <a:r>
              <a:rPr lang="en-ID" sz="10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1000" dirty="0" err="1">
                <a:solidFill>
                  <a:srgbClr val="BCBEC4"/>
                </a:solidFill>
                <a:effectLst/>
                <a:latin typeface="JetBrains Mono"/>
              </a:rPr>
              <a:t>:centerColor</a:t>
            </a:r>
            <a: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  <a:t>="#80000000"</a:t>
            </a:r>
            <a:b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  <a:t>        </a:t>
            </a:r>
            <a:r>
              <a:rPr lang="en-ID" sz="10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1000" dirty="0" err="1">
                <a:solidFill>
                  <a:srgbClr val="BCBEC4"/>
                </a:solidFill>
                <a:effectLst/>
                <a:latin typeface="JetBrains Mono"/>
              </a:rPr>
              <a:t>:endColor</a:t>
            </a:r>
            <a: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  <a:t>="#FF000000"</a:t>
            </a:r>
            <a:b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  <a:t>        </a:t>
            </a:r>
            <a:r>
              <a:rPr lang="en-ID" sz="1000" dirty="0" err="1">
                <a:solidFill>
                  <a:srgbClr val="C77DBB"/>
                </a:solidFill>
                <a:effectLst/>
                <a:latin typeface="JetBrains Mono"/>
              </a:rPr>
              <a:t>android</a:t>
            </a:r>
            <a:r>
              <a:rPr lang="en-ID" sz="1000" dirty="0" err="1">
                <a:solidFill>
                  <a:srgbClr val="BCBEC4"/>
                </a:solidFill>
                <a:effectLst/>
                <a:latin typeface="JetBrains Mono"/>
              </a:rPr>
              <a:t>:angle</a:t>
            </a:r>
            <a:r>
              <a:rPr lang="en-ID" sz="1000" dirty="0">
                <a:solidFill>
                  <a:srgbClr val="6AAB73"/>
                </a:solidFill>
                <a:effectLst/>
                <a:latin typeface="JetBrains Mono"/>
              </a:rPr>
              <a:t>="270" </a:t>
            </a:r>
            <a:r>
              <a:rPr lang="en-ID" sz="1000" dirty="0">
                <a:solidFill>
                  <a:srgbClr val="D5B778"/>
                </a:solidFill>
                <a:effectLst/>
                <a:latin typeface="JetBrains Mono"/>
              </a:rPr>
              <a:t>/&gt;</a:t>
            </a:r>
            <a:br>
              <a:rPr lang="en-ID" sz="1000" dirty="0">
                <a:solidFill>
                  <a:srgbClr val="D5B778"/>
                </a:solidFill>
                <a:effectLst/>
                <a:latin typeface="JetBrains Mono"/>
              </a:rPr>
            </a:br>
            <a:r>
              <a:rPr lang="en-ID" sz="1000" dirty="0">
                <a:solidFill>
                  <a:srgbClr val="D5B778"/>
                </a:solidFill>
                <a:effectLst/>
                <a:latin typeface="JetBrains Mono"/>
              </a:rPr>
              <a:t>&lt;/shape&gt;</a:t>
            </a:r>
            <a:endParaRPr lang="en-ID" sz="1000" dirty="0">
              <a:solidFill>
                <a:srgbClr val="BCBEC4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274505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40F5E98E-F459-2E04-9667-8F2AE3507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">
            <a:extLst>
              <a:ext uri="{FF2B5EF4-FFF2-40B4-BE49-F238E27FC236}">
                <a16:creationId xmlns:a16="http://schemas.microsoft.com/office/drawing/2014/main" id="{F056864F-A8E8-8464-67BC-6A0A5B71F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64095" y="844027"/>
            <a:ext cx="5481582" cy="2233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ID" sz="2800" dirty="0"/>
              <a:t>Langkah 3: Fitur Utama dan </a:t>
            </a:r>
            <a:r>
              <a:rPr lang="en-ID" sz="2800" dirty="0" err="1"/>
              <a:t>Stabilitas</a:t>
            </a:r>
            <a:endParaRPr lang="en-ID" sz="2800" dirty="0"/>
          </a:p>
          <a:p>
            <a:pPr marL="0" lvl="0" indent="0">
              <a:spcBef>
                <a:spcPts val="0"/>
              </a:spcBef>
            </a:pPr>
            <a:r>
              <a:rPr lang="en-ID" b="1" dirty="0"/>
              <a:t>Endless Scrolling</a:t>
            </a:r>
            <a:r>
              <a:rPr lang="en-ID" dirty="0"/>
              <a:t>: </a:t>
            </a: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 </a:t>
            </a:r>
            <a:r>
              <a:rPr lang="en-ID" u="sng" dirty="0"/>
              <a:t>pagination</a:t>
            </a:r>
            <a:r>
              <a:rPr lang="en-ID" dirty="0"/>
              <a:t> pada </a:t>
            </a:r>
            <a:r>
              <a:rPr lang="en-ID" dirty="0" err="1"/>
              <a:t>RecyclerView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memuat</a:t>
            </a:r>
            <a:r>
              <a:rPr lang="en-ID" dirty="0"/>
              <a:t> data </a:t>
            </a:r>
            <a:r>
              <a:rPr lang="en-ID" dirty="0" err="1"/>
              <a:t>berita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terus-menerus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.</a:t>
            </a:r>
          </a:p>
          <a:p>
            <a:pPr marL="0" lvl="0" indent="0">
              <a:spcBef>
                <a:spcPts val="0"/>
              </a:spcBef>
            </a:pPr>
            <a:r>
              <a:rPr lang="en-ID" b="1" dirty="0"/>
              <a:t>Fitur Search</a:t>
            </a:r>
            <a:r>
              <a:rPr lang="en-ID" dirty="0"/>
              <a:t>: </a:t>
            </a:r>
            <a:r>
              <a:rPr lang="en-ID" dirty="0" err="1"/>
              <a:t>Menambahkan</a:t>
            </a:r>
            <a:r>
              <a:rPr lang="en-ID" dirty="0"/>
              <a:t> </a:t>
            </a:r>
            <a:r>
              <a:rPr lang="en-ID" u="sng" dirty="0"/>
              <a:t>search bar</a:t>
            </a:r>
            <a:r>
              <a:rPr lang="en-ID" dirty="0"/>
              <a:t> </a:t>
            </a:r>
            <a:r>
              <a:rPr lang="en-ID" dirty="0" err="1"/>
              <a:t>dinamis</a:t>
            </a:r>
            <a:r>
              <a:rPr lang="en-ID" dirty="0"/>
              <a:t> yang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memfilter</a:t>
            </a:r>
            <a:r>
              <a:rPr lang="en-ID" dirty="0"/>
              <a:t> </a:t>
            </a:r>
            <a:r>
              <a:rPr lang="en-ID" dirty="0" err="1"/>
              <a:t>berita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kata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"Indonesia".</a:t>
            </a:r>
          </a:p>
          <a:p>
            <a:pPr marL="0" lvl="0" indent="0">
              <a:spcBef>
                <a:spcPts val="0"/>
              </a:spcBef>
            </a:pPr>
            <a:r>
              <a:rPr lang="en-ID" b="1" dirty="0"/>
              <a:t>Error Handling</a:t>
            </a:r>
            <a:r>
              <a:rPr lang="en-ID" dirty="0"/>
              <a:t>: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optimasi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menangani</a:t>
            </a:r>
            <a:r>
              <a:rPr lang="en-ID" dirty="0"/>
              <a:t> data </a:t>
            </a:r>
            <a:r>
              <a:rPr lang="en-ID" dirty="0" err="1"/>
              <a:t>kosong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u="sng" dirty="0"/>
              <a:t>null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API guna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terjadinya</a:t>
            </a:r>
            <a:r>
              <a:rPr lang="en-ID" dirty="0"/>
              <a:t> </a:t>
            </a:r>
            <a:r>
              <a:rPr lang="en-ID" u="sng" dirty="0"/>
              <a:t>force close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dijalankan</a:t>
            </a:r>
            <a:r>
              <a:rPr lang="en-ID" dirty="0"/>
              <a:t>.</a:t>
            </a:r>
          </a:p>
        </p:txBody>
      </p:sp>
      <p:sp>
        <p:nvSpPr>
          <p:cNvPr id="269" name="Google Shape;269;p5">
            <a:extLst>
              <a:ext uri="{FF2B5EF4-FFF2-40B4-BE49-F238E27FC236}">
                <a16:creationId xmlns:a16="http://schemas.microsoft.com/office/drawing/2014/main" id="{E7114CF2-4516-1781-1617-3778FB9A60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70" name="Google Shape;270;p5">
            <a:extLst>
              <a:ext uri="{FF2B5EF4-FFF2-40B4-BE49-F238E27FC236}">
                <a16:creationId xmlns:a16="http://schemas.microsoft.com/office/drawing/2014/main" id="{61C6740F-59DC-6733-EF13-022DD5FE931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512FFD-F7BB-0A44-F2A4-E09D62C56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095" y="3500284"/>
            <a:ext cx="4625242" cy="1383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A0DD74-CF1D-E10F-4696-8A8F2B582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882" y="3500284"/>
            <a:ext cx="2997615" cy="186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22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528396A9-8436-E9D1-36A5-B07FECEA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">
            <a:extLst>
              <a:ext uri="{FF2B5EF4-FFF2-40B4-BE49-F238E27FC236}">
                <a16:creationId xmlns:a16="http://schemas.microsoft.com/office/drawing/2014/main" id="{AB8CD001-5003-DBFE-20D7-965AAC4FA4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03424" y="1240960"/>
            <a:ext cx="2895699" cy="319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ID" sz="2800" dirty="0"/>
              <a:t>Langkah 4: Hasil Akhir (Final Result)</a:t>
            </a:r>
          </a:p>
          <a:p>
            <a:pPr marL="0" lvl="0" indent="0">
              <a:spcBef>
                <a:spcPts val="0"/>
              </a:spcBef>
            </a:pPr>
            <a:r>
              <a:rPr lang="en-ID" b="1" dirty="0"/>
              <a:t>Visual</a:t>
            </a:r>
            <a:r>
              <a:rPr lang="en-ID" dirty="0"/>
              <a:t>: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daftar </a:t>
            </a:r>
            <a:r>
              <a:rPr lang="en-ID" dirty="0" err="1"/>
              <a:t>berita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kartu</a:t>
            </a:r>
            <a:r>
              <a:rPr lang="en-ID" dirty="0"/>
              <a:t> yang </a:t>
            </a:r>
            <a:r>
              <a:rPr lang="en-ID" dirty="0" err="1"/>
              <a:t>rapi</a:t>
            </a:r>
            <a:r>
              <a:rPr lang="en-ID" dirty="0"/>
              <a:t>, </a:t>
            </a:r>
            <a:r>
              <a:rPr lang="en-ID" dirty="0" err="1"/>
              <a:t>lengkap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, </a:t>
            </a:r>
            <a:r>
              <a:rPr lang="en-ID" dirty="0" err="1"/>
              <a:t>judul</a:t>
            </a:r>
            <a:r>
              <a:rPr lang="en-ID" dirty="0"/>
              <a:t>, </a:t>
            </a:r>
            <a:r>
              <a:rPr lang="en-ID" dirty="0" err="1"/>
              <a:t>sumber</a:t>
            </a:r>
            <a:r>
              <a:rPr lang="en-ID" dirty="0"/>
              <a:t>, dan </a:t>
            </a:r>
            <a:r>
              <a:rPr lang="en-ID" dirty="0" err="1"/>
              <a:t>tanggal</a:t>
            </a:r>
            <a:r>
              <a:rPr lang="en-ID" dirty="0"/>
              <a:t> </a:t>
            </a:r>
            <a:r>
              <a:rPr lang="en-ID" dirty="0" err="1"/>
              <a:t>publikasi</a:t>
            </a:r>
            <a:r>
              <a:rPr lang="en-ID" dirty="0"/>
              <a:t>.</a:t>
            </a:r>
          </a:p>
          <a:p>
            <a:pPr marL="0" lvl="0" indent="0">
              <a:spcBef>
                <a:spcPts val="0"/>
              </a:spcBef>
            </a:pPr>
            <a:r>
              <a:rPr lang="en-ID" b="1" dirty="0" err="1"/>
              <a:t>Interaksi</a:t>
            </a:r>
            <a:r>
              <a:rPr lang="en-ID" dirty="0"/>
              <a:t>: </a:t>
            </a:r>
            <a:r>
              <a:rPr lang="en-ID" dirty="0" err="1"/>
              <a:t>Transisi</a:t>
            </a:r>
            <a:r>
              <a:rPr lang="en-ID" dirty="0"/>
              <a:t> pada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u="sng" dirty="0"/>
              <a:t>Carousel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 </a:t>
            </a:r>
            <a:r>
              <a:rPr lang="en-ID" dirty="0" err="1"/>
              <a:t>mulus</a:t>
            </a:r>
            <a:r>
              <a:rPr lang="en-ID" dirty="0"/>
              <a:t> dan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pencarian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yang </a:t>
            </a:r>
            <a:r>
              <a:rPr lang="en-ID" dirty="0" err="1"/>
              <a:t>akurat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instan</a:t>
            </a:r>
            <a:r>
              <a:rPr lang="en-ID" dirty="0"/>
              <a:t>.</a:t>
            </a:r>
          </a:p>
        </p:txBody>
      </p:sp>
      <p:sp>
        <p:nvSpPr>
          <p:cNvPr id="269" name="Google Shape;269;p5">
            <a:extLst>
              <a:ext uri="{FF2B5EF4-FFF2-40B4-BE49-F238E27FC236}">
                <a16:creationId xmlns:a16="http://schemas.microsoft.com/office/drawing/2014/main" id="{68B96820-7B54-276B-7F40-79CD3D8318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70" name="Google Shape;270;p5">
            <a:extLst>
              <a:ext uri="{FF2B5EF4-FFF2-40B4-BE49-F238E27FC236}">
                <a16:creationId xmlns:a16="http://schemas.microsoft.com/office/drawing/2014/main" id="{29246FBE-2D56-EA8E-8F0B-15DCD36902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65F285-CB7F-B595-4063-75CB6EB055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41"/>
          <a:stretch>
            <a:fillRect/>
          </a:stretch>
        </p:blipFill>
        <p:spPr>
          <a:xfrm>
            <a:off x="9438969" y="1240961"/>
            <a:ext cx="2614696" cy="54736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A886F6-B06D-807E-E253-5B95FB9490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871"/>
          <a:stretch>
            <a:fillRect/>
          </a:stretch>
        </p:blipFill>
        <p:spPr>
          <a:xfrm>
            <a:off x="6694587" y="1240960"/>
            <a:ext cx="2626395" cy="547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36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0272df4c00_0_2"/>
          <p:cNvSpPr txBox="1">
            <a:spLocks noGrp="1"/>
          </p:cNvSpPr>
          <p:nvPr>
            <p:ph type="title"/>
          </p:nvPr>
        </p:nvSpPr>
        <p:spPr>
          <a:xfrm>
            <a:off x="4224528" y="1257594"/>
            <a:ext cx="6766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dirty="0"/>
              <a:t>Link Google Drive</a:t>
            </a:r>
            <a:endParaRPr dirty="0"/>
          </a:p>
        </p:txBody>
      </p:sp>
      <p:sp>
        <p:nvSpPr>
          <p:cNvPr id="276" name="Google Shape;276;g20272df4c00_0_2"/>
          <p:cNvSpPr txBox="1">
            <a:spLocks noGrp="1"/>
          </p:cNvSpPr>
          <p:nvPr>
            <p:ph type="body" idx="1"/>
          </p:nvPr>
        </p:nvSpPr>
        <p:spPr>
          <a:xfrm>
            <a:off x="4224528" y="2122763"/>
            <a:ext cx="7967472" cy="41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ID" b="1" dirty="0">
                <a:hlinkClick r:id="rId3"/>
              </a:rPr>
              <a:t>https://drive.google.com/file/d/1zIDSIuV9Rz5LjW-fQo0Sn36McervVVfA/view?usp=sharing</a:t>
            </a:r>
            <a:endParaRPr lang="en-ID" b="1" dirty="0"/>
          </a:p>
          <a:p>
            <a:pPr marL="0" lvl="0" indent="0" algn="ctr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endParaRPr b="1" dirty="0"/>
          </a:p>
        </p:txBody>
      </p:sp>
      <p:sp>
        <p:nvSpPr>
          <p:cNvPr id="278" name="Google Shape;278;g20272df4c00_0_2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79" name="Google Shape;279;g20272df4c00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76;g20272df4c00_0_2">
            <a:extLst>
              <a:ext uri="{FF2B5EF4-FFF2-40B4-BE49-F238E27FC236}">
                <a16:creationId xmlns:a16="http://schemas.microsoft.com/office/drawing/2014/main" id="{39A90EA8-D34E-F3C8-57DE-C8DE0557B1F7}"/>
              </a:ext>
            </a:extLst>
          </p:cNvPr>
          <p:cNvSpPr txBox="1">
            <a:spLocks/>
          </p:cNvSpPr>
          <p:nvPr/>
        </p:nvSpPr>
        <p:spPr>
          <a:xfrm>
            <a:off x="4224528" y="2633892"/>
            <a:ext cx="7967472" cy="41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ID" b="1" dirty="0" err="1"/>
              <a:t>Berisi</a:t>
            </a:r>
            <a:r>
              <a:rPr lang="en-ID" b="1" dirty="0"/>
              <a:t> video, dan file source code, dan link ppt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"/>
          <p:cNvSpPr txBox="1">
            <a:spLocks noGrp="1"/>
          </p:cNvSpPr>
          <p:nvPr>
            <p:ph type="ctrTitle"/>
          </p:nvPr>
        </p:nvSpPr>
        <p:spPr>
          <a:xfrm>
            <a:off x="843163" y="1837452"/>
            <a:ext cx="4169664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dirty="0"/>
              <a:t>THANK YOU</a:t>
            </a:r>
            <a:endParaRPr dirty="0"/>
          </a:p>
        </p:txBody>
      </p:sp>
      <p:sp>
        <p:nvSpPr>
          <p:cNvPr id="285" name="Google Shape;285;p7"/>
          <p:cNvSpPr txBox="1">
            <a:spLocks noGrp="1"/>
          </p:cNvSpPr>
          <p:nvPr>
            <p:ph type="subTitle" idx="1"/>
          </p:nvPr>
        </p:nvSpPr>
        <p:spPr>
          <a:xfrm>
            <a:off x="788251" y="2642616"/>
            <a:ext cx="6615439" cy="217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grace.gozali@binus.ac.id</a:t>
            </a:r>
            <a:endParaRPr lang="en-US" u="sng" dirty="0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u="sng" dirty="0">
                <a:solidFill>
                  <a:schemeClr val="hlink"/>
                </a:solidFill>
              </a:rPr>
              <a:t>gracemaegozali@gmail.com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081326610058</a:t>
            </a:r>
          </a:p>
          <a:p>
            <a:pPr marL="0" lvl="0" indent="0"/>
            <a:r>
              <a:rPr lang="en-US" dirty="0"/>
              <a:t>LinkedIn: </a:t>
            </a:r>
            <a:r>
              <a:rPr lang="en-US" dirty="0">
                <a:hlinkClick r:id="rId4"/>
              </a:rPr>
              <a:t>https://www.linkedin.com/in/grace-gozali-/</a:t>
            </a:r>
            <a:endParaRPr lang="en-US" dirty="0"/>
          </a:p>
          <a:p>
            <a:pPr marL="0" lvl="0" indent="0"/>
            <a:endParaRPr dirty="0"/>
          </a:p>
        </p:txBody>
      </p:sp>
      <p:pic>
        <p:nvPicPr>
          <p:cNvPr id="286" name="Google Shape;28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5574" y="4744925"/>
            <a:ext cx="4521924" cy="132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973</Words>
  <Application>Microsoft Office PowerPoint</Application>
  <PresentationFormat>Widescreen</PresentationFormat>
  <Paragraphs>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EB Garamond</vt:lpstr>
      <vt:lpstr>JetBrains Mono</vt:lpstr>
      <vt:lpstr>Arial</vt:lpstr>
      <vt:lpstr>Arial Black</vt:lpstr>
      <vt:lpstr>Office Theme</vt:lpstr>
      <vt:lpstr>MOBILE APPS DEVELOPER BANK MANDIRI </vt:lpstr>
      <vt:lpstr>CONTENT</vt:lpstr>
      <vt:lpstr>INTRODUCTION</vt:lpstr>
      <vt:lpstr>TENTANG TASK 5</vt:lpstr>
      <vt:lpstr>DEMO APLIKASI</vt:lpstr>
      <vt:lpstr>PowerPoint Presentation</vt:lpstr>
      <vt:lpstr>PowerPoint Presentation</vt:lpstr>
      <vt:lpstr>PowerPoint Presentation</vt:lpstr>
      <vt:lpstr>PowerPoint Presentation</vt:lpstr>
      <vt:lpstr>Link Google Drive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Fikrullaily Uly Yachsyi - ASD</dc:creator>
  <cp:lastModifiedBy>GRACE MAE GOZALI</cp:lastModifiedBy>
  <cp:revision>2</cp:revision>
  <dcterms:created xsi:type="dcterms:W3CDTF">2022-12-21T12:51:28Z</dcterms:created>
  <dcterms:modified xsi:type="dcterms:W3CDTF">2026-02-09T13:19:00Z</dcterms:modified>
</cp:coreProperties>
</file>